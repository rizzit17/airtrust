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9a352ee19064061" /><Relationship Type="http://schemas.openxmlformats.org/officeDocument/2006/relationships/extended-properties" Target="/docProps/app.xml" Id="R26f75a4bbe174745" /><Relationship Type="http://schemas.openxmlformats.org/officeDocument/2006/relationships/officeDocument" Target="/ppt/presentation.xml" Id="R439d668a6d9d472f" /></Relationships>
</file>

<file path=ppt/presentation.xml><?xml version="1.0" encoding="utf-8"?>
<p:presentation xmlns:p="http://schemas.openxmlformats.org/presentationml/2006/main">
  <p:sldMasterIdLst>
    <p:sldMasterId xmlns:r="http://schemas.openxmlformats.org/officeDocument/2006/relationships" id="2147483648" r:id="R475b3b98edb34b21"/>
  </p:sldMasterIdLst>
  <p:notesMasterIdLst>
    <p:notesMasterId xmlns:r="http://schemas.openxmlformats.org/officeDocument/2006/relationships" r:id="R57dc807691b94b42"/>
  </p:notesMasterIdLst>
  <p:sldIdLst>
    <p:sldId xmlns:r="http://schemas.openxmlformats.org/officeDocument/2006/relationships" id="256" r:id="Rda53ff1104dc44cb"/>
    <p:sldId xmlns:r="http://schemas.openxmlformats.org/officeDocument/2006/relationships" id="257" r:id="Ra0601940a4c34fe4"/>
    <p:sldId xmlns:r="http://schemas.openxmlformats.org/officeDocument/2006/relationships" id="258" r:id="R8266ffdade4344ce"/>
    <p:sldId xmlns:r="http://schemas.openxmlformats.org/officeDocument/2006/relationships" id="259" r:id="R02677b8d01174c1d"/>
    <p:sldId xmlns:r="http://schemas.openxmlformats.org/officeDocument/2006/relationships" id="260" r:id="R24e1a27fc6b0482d"/>
    <p:sldId xmlns:r="http://schemas.openxmlformats.org/officeDocument/2006/relationships" id="261" r:id="Rb87394d26723471b"/>
    <p:sldId xmlns:r="http://schemas.openxmlformats.org/officeDocument/2006/relationships" id="262" r:id="Rd629a87e1db548f9"/>
    <p:sldId xmlns:r="http://schemas.openxmlformats.org/officeDocument/2006/relationships" id="263" r:id="R75050839a8e54d69"/>
    <p:sldId xmlns:r="http://schemas.openxmlformats.org/officeDocument/2006/relationships" id="264" r:id="Rece3562358244239"/>
    <p:sldId xmlns:r="http://schemas.openxmlformats.org/officeDocument/2006/relationships" id="265" r:id="R9640f2d78ca04006"/>
    <p:sldId xmlns:r="http://schemas.openxmlformats.org/officeDocument/2006/relationships" id="266" r:id="Rd94d41aeff144a99"/>
    <p:sldId xmlns:r="http://schemas.openxmlformats.org/officeDocument/2006/relationships" id="267" r:id="R2df8723fc52544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5686ad6a374e27" /><Relationship Type="http://schemas.openxmlformats.org/officeDocument/2006/relationships/slideMaster" Target="/ppt/slideMasters/slideMaster1.xml" Id="R475b3b98edb34b21" /><Relationship Type="http://schemas.openxmlformats.org/officeDocument/2006/relationships/notesMaster" Target="/ppt/notesMasters/notesMaster1.xml" Id="R57dc807691b94b42" /><Relationship Type="http://schemas.openxmlformats.org/officeDocument/2006/relationships/presProps" Target="/ppt/presProps.xml" Id="R342d40b406d749a5" /><Relationship Type="http://schemas.openxmlformats.org/officeDocument/2006/relationships/tableStyles" Target="/ppt/tableStyles.xml" Id="Rf0d3d417dc82411e" /><Relationship Type="http://schemas.openxmlformats.org/officeDocument/2006/relationships/slide" Target="/ppt/slides/slide1.xml" Id="Rda53ff1104dc44cb" /><Relationship Type="http://schemas.openxmlformats.org/officeDocument/2006/relationships/slide" Target="/ppt/slides/slide2.xml" Id="Ra0601940a4c34fe4" /><Relationship Type="http://schemas.openxmlformats.org/officeDocument/2006/relationships/slide" Target="/ppt/slides/slide3.xml" Id="R8266ffdade4344ce" /><Relationship Type="http://schemas.openxmlformats.org/officeDocument/2006/relationships/slide" Target="/ppt/slides/slide4.xml" Id="R02677b8d01174c1d" /><Relationship Type="http://schemas.openxmlformats.org/officeDocument/2006/relationships/slide" Target="/ppt/slides/slide5.xml" Id="R24e1a27fc6b0482d" /><Relationship Type="http://schemas.openxmlformats.org/officeDocument/2006/relationships/slide" Target="/ppt/slides/slide6.xml" Id="Rb87394d26723471b" /><Relationship Type="http://schemas.openxmlformats.org/officeDocument/2006/relationships/slide" Target="/ppt/slides/slide7.xml" Id="Rd629a87e1db548f9" /><Relationship Type="http://schemas.openxmlformats.org/officeDocument/2006/relationships/slide" Target="/ppt/slides/slide8.xml" Id="R75050839a8e54d69" /><Relationship Type="http://schemas.openxmlformats.org/officeDocument/2006/relationships/slide" Target="/ppt/slides/slide9.xml" Id="Rece3562358244239" /><Relationship Type="http://schemas.openxmlformats.org/officeDocument/2006/relationships/slide" Target="/ppt/slides/slide10.xml" Id="R9640f2d78ca04006" /><Relationship Type="http://schemas.openxmlformats.org/officeDocument/2006/relationships/slide" Target="/ppt/slides/slide11.xml" Id="Rd94d41aeff144a99" /><Relationship Type="http://schemas.openxmlformats.org/officeDocument/2006/relationships/slide" Target="/ppt/slides/slide12.xml" Id="R2df8723fc52544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fb49ac03854f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14e180075643ec" /><Relationship Type="http://schemas.openxmlformats.org/officeDocument/2006/relationships/notesMaster" Target="/ppt/notesMasters/notesMaster1.xml" Id="R941ff81222c544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abeaebde374c82" /><Relationship Type="http://schemas.openxmlformats.org/officeDocument/2006/relationships/notesMaster" Target="/ppt/notesMasters/notesMaster1.xml" Id="R8ed5a267d2f640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63ae723fde405e" /><Relationship Type="http://schemas.openxmlformats.org/officeDocument/2006/relationships/notesMaster" Target="/ppt/notesMasters/notesMaster1.xml" Id="Rfa6889fe85ec41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8bacd785954e62" /><Relationship Type="http://schemas.openxmlformats.org/officeDocument/2006/relationships/notesMaster" Target="/ppt/notesMasters/notesMaster1.xml" Id="R707a8f72f83d4f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7233b453554cd4" /><Relationship Type="http://schemas.openxmlformats.org/officeDocument/2006/relationships/notesMaster" Target="/ppt/notesMasters/notesMaster1.xml" Id="R51950892dd5541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2730b201d54483" /><Relationship Type="http://schemas.openxmlformats.org/officeDocument/2006/relationships/notesMaster" Target="/ppt/notesMasters/notesMaster1.xml" Id="Rbde366fcb33b4e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d3a41b9d114a57" /><Relationship Type="http://schemas.openxmlformats.org/officeDocument/2006/relationships/notesMaster" Target="/ppt/notesMasters/notesMaster1.xml" Id="R89740d5e633c4f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0b2dc277684b78" /><Relationship Type="http://schemas.openxmlformats.org/officeDocument/2006/relationships/notesMaster" Target="/ppt/notesMasters/notesMaster1.xml" Id="R28f65f68e3de4a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9522677f194837" /><Relationship Type="http://schemas.openxmlformats.org/officeDocument/2006/relationships/notesMaster" Target="/ppt/notesMasters/notesMaster1.xml" Id="Rf739a3d8e7d647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9b51db212e47ea" /><Relationship Type="http://schemas.openxmlformats.org/officeDocument/2006/relationships/notesMaster" Target="/ppt/notesMasters/notesMaster1.xml" Id="Re140f33760e74f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82727c5a7e4cbd" /><Relationship Type="http://schemas.openxmlformats.org/officeDocument/2006/relationships/notesMaster" Target="/ppt/notesMasters/notesMaster1.xml" Id="Rb9ba9fe649c248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610e77f9b446c2" /><Relationship Type="http://schemas.openxmlformats.org/officeDocument/2006/relationships/notesMaster" Target="/ppt/notesMasters/notesMaster1.xml" Id="Ra967035740bf42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Ma’am, AirTrust is our implementation of federated city-wide pollution mapping. We use real reference-monitor data and explicitly simulated low-cost sensor faults. The image is an executed historical model surface, not a photograph or observed truth at every grid point. This is a single-computer federation simulation. Source: results/figures/pollution_surface.png and /api/map, seed17, hour8000. Exact assigned project title: Federated Learning for City-Wide Air Pollution Mapping Without Centralizing Sensor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and gap: previous pollution FL forecasting does not by itself validate completely unseen Delhi stations or heterogeneous calibration quality. Related work reviewed includes Hu et al.2024 FedDeep, Putra et al.2021 compressed FL, and Zheng et al.2018 calibration. A25-paper comparison is in docs/LITERATURE_REVIEW.md. SDG relevance:3 exposure monitoring,11.6 urban air quality,13 environmental observation; health and climate improvements are not measured. Sources:10.3390/app14051979;10.3390/s21134586;10.5194/amt-11-4823-2018.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Delhi source: India Air Quality Database, XKDR Forum, compiling CPCB Continuous Ambient Air Quality Monitoring observations. https://github.com/xKDR/Air-Quality-Database ; https://airquality.xkdr.org. UCI dataset DOI https://doi.org/10.24432/C5RK5G. Both CC BY4.0. Delhi timestamps are hourly IST in2024; Beijing is local time Mar2013–Feb2017. Delhi expanded by648,440 contextual rows. Beijing rows contain several variables, while Delhi rows each represent one pollutant; do not sum these as equivalent samples. OpenAQ and sensor.community were proposal candidates but are not used. Beijing does not establish federated cross-city transfer. Data evidence: datasets/manifest.json and expansion.json.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actual coordinates, not an illustrative9-station network. Open circles mark the eight primary held-out stations. Geographic clients are balanced latitude/longitude strips, not real administrative owners. Coverage and co-location checks retain36 distinct sites with300,355 valid observations on8784hours. Values are not fabricated to fill missing reference truth. Full-year coverage was used to construct the retrospective benchmark, a limitation for prospective deployment. Image: results/figures/station_map.png. Data: airtrust/data.py and datasets/raw/delhi_stations.json.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one round: broadcast global parameters, initialize each local model, optimize12minibatch steps, aggregate states and repeat20rounds. The simulator/evaluator loads public reference data; this is algorithmic data locality, not independent protected devices or an OS/cryptographic security boundary. Calibration uses only first10% of seen-station hours. The held-out stations are excluded from calibration and donors. Source: airtrust/experiment.py train_one; airtrust/models.py aggregate; airtrust/data.py prepare.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GNN is an inductive star-graph message-passing learner: donor features are6PMlags plus relative x/y; shared8→24→16 message layers, attention pooling,16+4timecontext→24→1head with residual persistence. LSTM16hidden units uses own history with timecontext. Neither is a reproduction of a named state-of-the-art architecture. Trust uses the same-coordinate virtual/reference RMSE, scale35andfloor.05fixed a priori. Clean known-station validation chooses checkpoints. Neural centralized/FedAvg/trust comparators use matched noisy tasks. Sources: models.py and 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split is10%calibration-only, next60%training,15%validation,15%test; do not call all first70%training. Test starts7Nov2024 at02IST. Full station holdouts are excluded from training labels, validation labels, calibration and donor inputs. Five folds hold out8,8,8,8,4stations perseed, covering36once. Report15fold-seed means/SDs, not15independent datasets or confidence intervals. Primary holdout is the original8fixedsites and is preserved separately. Checkpoints use validation RMSE, not test errors. Sources: results/audit_17.json; results/spatial_cv/audit_*.json; scripts/run_spatial_cv.py.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actual outcomes rather than claiming a desired gain. FedAvg RMSE96.1554±12.1115;trust96.6926±11.3471;central99.2511±11.3525;kriging109.8027±25.1080. Trust MAE68.0117andR².46509. All graph/geostatistical results use donor histories that exclude the target’s readings. The full tables include median, trimmed mean, Krum, update consistency and IDW. CV folds vary in size and are averaged equally; shared data limit independence. Source: results/spatial_cv/summary.csv.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and trust are different operations. Fit one linear least-squares correction per seen station using only early noisy/reference pairs; apply it to later noisy inputs and training labels. Held-out sites fit no coefficients, and reference test truth is unchanged. Trust RMSE99.9178→78.6653,21.27%reduction. Corrected FedAvg78.4906means trust superiority is still not established. This is a fixed-holdout ablation and must not be presented as five-fold performance. Source: results/calibration/summary.csv; comparison.csv; audit_*.json; scripts/run_calibration.py.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controls at the named station: Ideal bias0,gain1,drift0,noise0,dropout0 givesRMSE0→0. Default bias20,gain1.1,annualdrift20,noiseSD10,dropout.05 gives59.4→18.1. Stronger drift80withotherdefaultvalues gives114.0→64.1. Values were verified against /api/scenario. Correction fit uses first10%pairs; RMSE uses valid futurehourlypairs, monthly curves are display summaries. These are sensor-level diagnostics, not newly trained FL results. Main stress suite also sweeps actual corrupted-client shares0%,25%,37.5%,62.5%with median/trimmed comparators. Separate Kanpur scenario and temporal reputation are in results/sensitivity. No Delhi low-cost hardware fit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Threat: honest-but-curious aggregator observes individual final-round client updates. Attack score is decrease in candidate noisy-label squared loss before versus after the update. Random training-era nonmember reserve is not optimized on; overlapping windows weaken the test. AUC near.5does not establish privacy against stronger attacks. Graph has1162parameters; float32×8clients×20rounds=743680bytes upload plus same download=1487360decimalbytes. Raw comparator uses overlapping prepared tensors, not unique raw readings. Code: experiment.py privacy/overhead; results/privacy.csv; results/communication.csv.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research prototype is implemented and tested. Trust weighting alone did not consistently improve on FedAvg; early input correction improved the separate fixed-holdout scenario. Source data and all reported measurements are reproducible. Publication status remains not submitted; this presentation is not acceptance evidence or field deployment. AI assisted code, documentation and debugging. Images are data-drawn outputs, charts use measured values, and diagrams describe actual implemented logic. Suggested10minute demo follows docs/Team10_Study_and_Demo_Guide.pdf pages5–7.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c04015522941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36b42f561249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c7226e703a4d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c89887ef3340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2fc42394334e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907221d6574a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EA931B-BB88-433E-9AC5-CA77FB6975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D591DC-D610-4E73-9124-DAA3CA1716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6CFB3B-AD5A-4281-BE50-0B47AE1FA8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1DF1D9-2595-42AD-A67F-7FEB98718B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69BBBC-27F9-4510-A3CB-217F4BC3C8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CA3736-040F-46AB-A742-108D3E4E13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5E75E3-2DC6-4F53-AE69-3A5A24852D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043669C-9963-4DA6-BBC3-607656AE83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365CD9-F525-40FD-BB9A-D39F8A2668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142215-85A9-468E-A8ED-F8CBDBE687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f8c0fceeff4791" /><Relationship Type="http://schemas.openxmlformats.org/officeDocument/2006/relationships/slideLayout" Target="/ppt/slideLayouts/slideLayout1.xml" Id="R5d9cb4971a7b4300" /><Relationship Type="http://schemas.openxmlformats.org/officeDocument/2006/relationships/slideLayout" Target="/ppt/slideLayouts/slideLayout2.xml" Id="R203729b49d0f439c" /><Relationship Type="http://schemas.openxmlformats.org/officeDocument/2006/relationships/slideLayout" Target="/ppt/slideLayouts/slideLayout3.xml" Id="Re385bc9fa7094a08" /><Relationship Type="http://schemas.openxmlformats.org/officeDocument/2006/relationships/slideLayout" Target="/ppt/slideLayouts/slideLayout4.xml" Id="Rf0cef27585cd432c" /><Relationship Type="http://schemas.openxmlformats.org/officeDocument/2006/relationships/slideLayout" Target="/ppt/slideLayouts/slideLayout5.xml" Id="R7d338ab3af6e4c5c" /><Relationship Type="http://schemas.openxmlformats.org/officeDocument/2006/relationships/slideLayout" Target="/ppt/slideLayouts/slideLayout6.xml" Id="R6d0644bac69c43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9cb4971a7b4300"/>
    <p:sldLayoutId xmlns:r="http://schemas.openxmlformats.org/officeDocument/2006/relationships" id="2147483650" r:id="R203729b49d0f439c"/>
    <p:sldLayoutId xmlns:r="http://schemas.openxmlformats.org/officeDocument/2006/relationships" id="2147483651" r:id="Re385bc9fa7094a08"/>
    <p:sldLayoutId xmlns:r="http://schemas.openxmlformats.org/officeDocument/2006/relationships" id="2147483652" r:id="Rf0cef27585cd432c"/>
    <p:sldLayoutId xmlns:r="http://schemas.openxmlformats.org/officeDocument/2006/relationships" id="2147483653" r:id="R7d338ab3af6e4c5c"/>
    <p:sldLayoutId xmlns:r="http://schemas.openxmlformats.org/officeDocument/2006/relationships" id="2147483654" r:id="R6d0644bac69c43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f33cf069c34a05" /><Relationship Type="http://schemas.openxmlformats.org/officeDocument/2006/relationships/image" Target="/ppt/media/image.png" Id="R61b1999e3af14da7" /><Relationship Type="http://schemas.openxmlformats.org/officeDocument/2006/relationships/notesSlide" Target="/ppt/notesSlides/notesSlide1.xml" Id="R22e241872b5a42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2efd18b4f347a0" /><Relationship Type="http://schemas.openxmlformats.org/officeDocument/2006/relationships/notesSlide" Target="/ppt/notesSlides/notesSlide2.xml" Id="R3d48a9b6ebab47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2c648afad149c9" /><Relationship Type="http://schemas.openxmlformats.org/officeDocument/2006/relationships/notesSlide" Target="/ppt/notesSlides/notesSlide3.xml" Id="Reee920a4ac4d4e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05f5c2c24542d8" /><Relationship Type="http://schemas.openxmlformats.org/officeDocument/2006/relationships/image" Target="/ppt/media/image2.png" Id="R6feca80e23d6495b" /><Relationship Type="http://schemas.openxmlformats.org/officeDocument/2006/relationships/notesSlide" Target="/ppt/notesSlides/notesSlide4.xml" Id="R6585717ed92849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d6bcbda1dc4ec8" /><Relationship Type="http://schemas.openxmlformats.org/officeDocument/2006/relationships/notesSlide" Target="/ppt/notesSlides/notesSlide5.xml" Id="R4f830c7d214b4c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7bbc6480504334" /><Relationship Type="http://schemas.openxmlformats.org/officeDocument/2006/relationships/notesSlide" Target="/ppt/notesSlides/notesSlide6.xml" Id="Rc6117cfb4af945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c541232ad24e69" /><Relationship Type="http://schemas.openxmlformats.org/officeDocument/2006/relationships/notesSlide" Target="/ppt/notesSlides/notesSlide7.xml" Id="Rd6eb45d33fec4d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8c646ea41c435b" /><Relationship Type="http://schemas.openxmlformats.org/officeDocument/2006/relationships/chart" Target="/ppt/slides/charts/chart1.xml" Id="R5238ba4751004db5" /><Relationship Type="http://schemas.openxmlformats.org/officeDocument/2006/relationships/notesSlide" Target="/ppt/notesSlides/notesSlide8.xml" Id="R91da26e70f7343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d016a87fae44cf" /><Relationship Type="http://schemas.openxmlformats.org/officeDocument/2006/relationships/chart" Target="/ppt/slides/charts/chart2.xml" Id="Rc176f78ef6324dc2" /><Relationship Type="http://schemas.openxmlformats.org/officeDocument/2006/relationships/notesSlide" Target="/ppt/notesSlides/notesSlide9.xml" Id="R21feba35f57f47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d1df20dee9f4f25" /><Relationship Type="http://schemas.openxmlformats.org/officeDocument/2006/relationships/chart" Target="/ppt/slides/charts/chart3.xml" Id="Rbaf230ad8d8b4cf6" /><Relationship Type="http://schemas.openxmlformats.org/officeDocument/2006/relationships/notesSlide" Target="/ppt/notesSlides/notesSlide10.xml" Id="R834ef5ea77a246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24b4dcc71f46d0" /><Relationship Type="http://schemas.openxmlformats.org/officeDocument/2006/relationships/notesSlide" Target="/ppt/notesSlides/notesSlide11.xml" Id="R7653fffc738442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b11ef2474a245c0" /><Relationship Type="http://schemas.openxmlformats.org/officeDocument/2006/relationships/notesSlide" Target="/ppt/notesSlides/notesSlide12.xml" Id="Rabb81768842a44b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RMSE</c:v>
          </c:tx>
          <c:spPr>
            <a:solidFill xmlns:a="http://schemas.openxmlformats.org/drawingml/2006/main">
              <a:srgbClr val="27775D"/>
            </a:solidFill>
          </c:spPr>
          <c:invertIfNegative val="0"/>
          <c:cat>
            <c:strRef>
              <c:f>'Chart Data'!$A$2:$A$5</c:f>
              <c:strCache>
                <c:ptCount val="4"/>
                <c:pt idx="0">
                  <c:v>FedAvg</c:v>
                </c:pt>
                <c:pt idx="1">
                  <c:v>Trust FL</c:v>
                </c:pt>
                <c:pt idx="2">
                  <c:v>Centralized</c:v>
                </c:pt>
                <c:pt idx="3">
                  <c:v>Kriging</c:v>
                </c:pt>
              </c:strCache>
            </c:strRef>
          </c:cat>
          <c:val>
            <c:numRef>
              <c:f>'Chart Data'!$B$2:$B$5</c:f>
              <c:numCache>
                <c:formatCode>General</c:formatCode>
                <c:ptCount val="4"/>
                <c:pt idx="0">
                  <c:v>96.155409</c:v>
                </c:pt>
                <c:pt idx="1">
                  <c:v>96.692631</c:v>
                </c:pt>
                <c:pt idx="2">
                  <c:v>99.251073</c:v>
                </c:pt>
                <c:pt idx="3">
                  <c:v>109.802723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73C4B"/>
                  </a:solidFill>
                  <a:latin typeface="Aptos"/>
                  <a:ea typeface="Aptos"/>
                  <a:cs typeface="Apto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4B"/>
                </a:solidFill>
                <a:latin typeface="Aptos"/>
                <a:ea typeface="Aptos"/>
                <a:cs typeface="Aptos"/>
              </a:defRPr>
            </a:pPr>
          </a:p>
        </c:txPr>
        <c:crossAx val="48672768"/>
      </c:catAx>
      <c:valAx>
        <c:axId val="48672768"/>
        <c:scaling>
          <c:orientation val="minMax"/>
          <c:max val="140"/>
          <c:min val="0"/>
        </c:scaling>
        <c:delete val="0"/>
        <c:axPos val="l"/>
        <c:majorGridlines>
          <c:spPr>
            <a:ln xmlns:a="http://schemas.openxmlformats.org/drawingml/2006/main" w="5715">
              <a:solidFill>
                <a:srgbClr val="CFDCD8"/>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5A6F76"/>
                    </a:solidFill>
                    <a:latin typeface="Aptos"/>
                    <a:ea typeface="Aptos"/>
                    <a:cs typeface="Aptos"/>
                  </a:rPr>
                  <a:t>RMSE (µg/m³)</a:t>
                </a:r>
              </a:p>
            </c:rich>
          </c:tx>
          <c:overlay val="0"/>
          <c:txPr>
            <a:bodyPr xmlns:a="http://schemas.openxmlformats.org/drawingml/2006/main" anchorCtr="1"/>
            <a:lstStyle xmlns:a="http://schemas.openxmlformats.org/drawingml/2006/main"/>
            <a:p xmlns:a="http://schemas.openxmlformats.org/drawingml/2006/main">
              <a:pPr>
                <a:defRPr sz="1500">
                  <a:solidFill>
                    <a:srgbClr val="5A6F76"/>
                  </a:solidFill>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6F7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 correction</c:v>
          </c:tx>
          <c:spPr>
            <a:solidFill xmlns:a="http://schemas.openxmlformats.org/drawingml/2006/main">
              <a:srgbClr val="C78459"/>
            </a:solidFill>
          </c:spPr>
          <c:invertIfNegative val="0"/>
          <c:cat>
            <c:strRef>
              <c:f>'Chart Data'!$A$2:$A$4</c:f>
              <c:strCache>
                <c:ptCount val="3"/>
                <c:pt idx="0">
                  <c:v>FedAvg</c:v>
                </c:pt>
                <c:pt idx="1">
                  <c:v>Trust FL</c:v>
                </c:pt>
                <c:pt idx="2">
                  <c:v>Centralized</c:v>
                </c:pt>
              </c:strCache>
            </c:strRef>
          </c:cat>
          <c:val>
            <c:numRef>
              <c:f>'Chart Data'!$B$2:$B$4</c:f>
              <c:numCache>
                <c:formatCode>General</c:formatCode>
                <c:ptCount val="3"/>
                <c:pt idx="0">
                  <c:v>98.10726</c:v>
                </c:pt>
                <c:pt idx="1">
                  <c:v>99.917766</c:v>
                </c:pt>
                <c:pt idx="2">
                  <c:v>108.94867</c:v>
                </c:pt>
              </c:numCache>
            </c:numRef>
          </c:val>
        </c:ser>
        <c:ser>
          <c:idx val="1"/>
          <c:order val="1"/>
          <c:tx>
            <c:v>Early linear correction</c:v>
          </c:tx>
          <c:spPr>
            <a:solidFill xmlns:a="http://schemas.openxmlformats.org/drawingml/2006/main">
              <a:srgbClr val="27775D"/>
            </a:solidFill>
          </c:spPr>
          <c:invertIfNegative val="0"/>
          <c:cat>
            <c:strRef>
              <c:f>'Chart Data'!$C$2:$C$4</c:f>
              <c:strCache>
                <c:ptCount val="3"/>
                <c:pt idx="0">
                  <c:v>FedAvg</c:v>
                </c:pt>
                <c:pt idx="1">
                  <c:v>Trust FL</c:v>
                </c:pt>
                <c:pt idx="2">
                  <c:v>Centralized</c:v>
                </c:pt>
              </c:strCache>
            </c:strRef>
          </c:cat>
          <c:val>
            <c:numRef>
              <c:f>'Chart Data'!$D$2:$D$4</c:f>
              <c:numCache>
                <c:formatCode>General</c:formatCode>
                <c:ptCount val="3"/>
                <c:pt idx="0">
                  <c:v>78.490594</c:v>
                </c:pt>
                <c:pt idx="1">
                  <c:v>78.665346</c:v>
                </c:pt>
                <c:pt idx="2">
                  <c:v>100.493239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73C4B"/>
                  </a:solidFill>
                  <a:latin typeface="Aptos"/>
                  <a:ea typeface="Aptos"/>
                  <a:cs typeface="Apto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4B"/>
                </a:solidFill>
                <a:latin typeface="Aptos"/>
                <a:ea typeface="Aptos"/>
                <a:cs typeface="Aptos"/>
              </a:defRPr>
            </a:pPr>
          </a:p>
        </c:txPr>
        <c:crossAx val="48672768"/>
      </c:catAx>
      <c:valAx>
        <c:axId val="48672768"/>
        <c:scaling>
          <c:orientation val="minMax"/>
          <c:max val="140"/>
          <c:min val="0"/>
        </c:scaling>
        <c:delete val="0"/>
        <c:axPos val="l"/>
        <c:majorGridlines>
          <c:spPr>
            <a:ln xmlns:a="http://schemas.openxmlformats.org/drawingml/2006/main" w="5715">
              <a:solidFill>
                <a:srgbClr val="CFDCD8"/>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5A6F76"/>
                    </a:solidFill>
                    <a:latin typeface="Aptos"/>
                    <a:ea typeface="Aptos"/>
                    <a:cs typeface="Aptos"/>
                  </a:rPr>
                  <a:t>RMSE (µg/m³)</a:t>
                </a:r>
              </a:p>
            </c:rich>
          </c:tx>
          <c:overlay val="0"/>
          <c:txPr>
            <a:bodyPr xmlns:a="http://schemas.openxmlformats.org/drawingml/2006/main" anchorCtr="1"/>
            <a:lstStyle xmlns:a="http://schemas.openxmlformats.org/drawingml/2006/main"/>
            <a:p xmlns:a="http://schemas.openxmlformats.org/drawingml/2006/main">
              <a:pPr>
                <a:defRPr sz="1500">
                  <a:solidFill>
                    <a:srgbClr val="5A6F76"/>
                  </a:solidFill>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6F76"/>
                </a:solidFill>
                <a:latin typeface="Aptos"/>
                <a:ea typeface="Aptos"/>
                <a:cs typeface="Apto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A6F76"/>
              </a:solidFill>
              <a:latin typeface="Aptos"/>
              <a:ea typeface="Aptos"/>
              <a:cs typeface="Aptos"/>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Raw virtual sensor</c:v>
          </c:tx>
          <c:spPr>
            <a:solidFill xmlns:a="http://schemas.openxmlformats.org/drawingml/2006/main">
              <a:srgbClr val="C78459"/>
            </a:solidFill>
          </c:spPr>
          <c:invertIfNegative val="0"/>
          <c:cat>
            <c:strRef>
              <c:f>'Chart Data'!$A$2:$A$4</c:f>
              <c:strCache>
                <c:ptCount val="3"/>
                <c:pt idx="0">
                  <c:v>Ideal sensor</c:v>
                </c:pt>
                <c:pt idx="1">
                  <c:v>Default errors</c:v>
                </c:pt>
                <c:pt idx="2">
                  <c:v>Stronger drift</c:v>
                </c:pt>
              </c:strCache>
            </c:strRef>
          </c:cat>
          <c:val>
            <c:numRef>
              <c:f>'Chart Data'!$B$2:$B$4</c:f>
              <c:numCache>
                <c:formatCode>General</c:formatCode>
                <c:ptCount val="3"/>
                <c:pt idx="0">
                  <c:v>0</c:v>
                </c:pt>
                <c:pt idx="1">
                  <c:v>59.373315</c:v>
                </c:pt>
                <c:pt idx="2">
                  <c:v>114.049497</c:v>
                </c:pt>
              </c:numCache>
            </c:numRef>
          </c:val>
        </c:ser>
        <c:ser>
          <c:idx val="1"/>
          <c:order val="1"/>
          <c:tx>
            <c:v>Early calibrated sensor</c:v>
          </c:tx>
          <c:spPr>
            <a:solidFill xmlns:a="http://schemas.openxmlformats.org/drawingml/2006/main">
              <a:srgbClr val="27775D"/>
            </a:solidFill>
          </c:spPr>
          <c:invertIfNegative val="0"/>
          <c:cat>
            <c:strRef>
              <c:f>'Chart Data'!$C$2:$C$4</c:f>
              <c:strCache>
                <c:ptCount val="3"/>
                <c:pt idx="0">
                  <c:v>Ideal sensor</c:v>
                </c:pt>
                <c:pt idx="1">
                  <c:v>Default errors</c:v>
                </c:pt>
                <c:pt idx="2">
                  <c:v>Stronger drift</c:v>
                </c:pt>
              </c:strCache>
            </c:strRef>
          </c:cat>
          <c:val>
            <c:numRef>
              <c:f>'Chart Data'!$D$2:$D$4</c:f>
              <c:numCache>
                <c:formatCode>General</c:formatCode>
                <c:ptCount val="3"/>
                <c:pt idx="0">
                  <c:v>0</c:v>
                </c:pt>
                <c:pt idx="1">
                  <c:v>18.089818</c:v>
                </c:pt>
                <c:pt idx="2">
                  <c:v>64.105594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73C4B"/>
                  </a:solidFill>
                  <a:latin typeface="Aptos"/>
                  <a:ea typeface="Aptos"/>
                  <a:cs typeface="Apto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4B"/>
                </a:solidFill>
                <a:latin typeface="Aptos"/>
                <a:ea typeface="Aptos"/>
                <a:cs typeface="Aptos"/>
              </a:defRPr>
            </a:pPr>
          </a:p>
        </c:txPr>
        <c:crossAx val="48672768"/>
      </c:catAx>
      <c:valAx>
        <c:axId val="48672768"/>
        <c:scaling>
          <c:orientation val="minMax"/>
          <c:max val="140"/>
          <c:min val="0"/>
        </c:scaling>
        <c:delete val="0"/>
        <c:axPos val="l"/>
        <c:majorGridlines>
          <c:spPr>
            <a:ln xmlns:a="http://schemas.openxmlformats.org/drawingml/2006/main" w="5715">
              <a:solidFill>
                <a:srgbClr val="CFDCD8"/>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5A6F76"/>
                    </a:solidFill>
                    <a:latin typeface="Aptos"/>
                    <a:ea typeface="Aptos"/>
                    <a:cs typeface="Aptos"/>
                  </a:rPr>
                  <a:t>RMSE (µg/m³)</a:t>
                </a:r>
              </a:p>
            </c:rich>
          </c:tx>
          <c:overlay val="0"/>
          <c:txPr>
            <a:bodyPr xmlns:a="http://schemas.openxmlformats.org/drawingml/2006/main" anchorCtr="1"/>
            <a:lstStyle xmlns:a="http://schemas.openxmlformats.org/drawingml/2006/main"/>
            <a:p xmlns:a="http://schemas.openxmlformats.org/drawingml/2006/main">
              <a:pPr>
                <a:defRPr sz="1500">
                  <a:solidFill>
                    <a:srgbClr val="5A6F76"/>
                  </a:solidFill>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6F76"/>
                </a:solidFill>
                <a:latin typeface="Aptos"/>
                <a:ea typeface="Aptos"/>
                <a:cs typeface="Apto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A6F76"/>
              </a:solidFill>
              <a:latin typeface="Aptos"/>
              <a:ea typeface="Aptos"/>
              <a:cs typeface="Aptos"/>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9D40B5-1D29-43F6-80ED-6FCC54D0D983}"/>
              </a:ext>
            </a:extLst>
          </p:cNvPr>
          <p:cNvSpPr>
            <a:spLocks xmlns:a="http://schemas.openxmlformats.org/drawingml/2006/main" noGrp="1"/>
          </p:cNvSpPr>
          <p:nvPr/>
        </p:nvSpPr>
        <p:spPr>
          <a:xfrm xmlns:a="http://schemas.openxmlformats.org/drawingml/2006/main">
            <a:off x="609600" y="4953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ADF0CF"/>
                </a:solidFill>
                <a:latin typeface="Aptos"/>
                <a:ea typeface="Aptos"/>
                <a:cs typeface="Aptos"/>
              </a:defRPr>
            </a:defPPr>
            <a:lvl1pPr algn="l">
              <a:defRPr sz="1500" b="1">
                <a:solidFill>
                  <a:srgbClr val="ADF0CF"/>
                </a:solidFill>
                <a:latin typeface="Aptos"/>
                <a:ea typeface="Aptos"/>
                <a:cs typeface="Aptos"/>
              </a:defRPr>
            </a:lvl1pPr>
            <a:lvl2pPr algn="l">
              <a:defRPr sz="1500" b="1">
                <a:solidFill>
                  <a:srgbClr val="ADF0CF"/>
                </a:solidFill>
                <a:latin typeface="Aptos"/>
                <a:ea typeface="Aptos"/>
                <a:cs typeface="Aptos"/>
              </a:defRPr>
            </a:lvl2pPr>
            <a:lvl3pPr algn="l">
              <a:defRPr sz="1500" b="1">
                <a:solidFill>
                  <a:srgbClr val="ADF0CF"/>
                </a:solidFill>
                <a:latin typeface="Aptos"/>
                <a:ea typeface="Aptos"/>
                <a:cs typeface="Aptos"/>
              </a:defRPr>
            </a:lvl3pPr>
            <a:lvl4pPr algn="l">
              <a:defRPr sz="1500" b="1">
                <a:solidFill>
                  <a:srgbClr val="ADF0CF"/>
                </a:solidFill>
                <a:latin typeface="Aptos"/>
                <a:ea typeface="Aptos"/>
                <a:cs typeface="Aptos"/>
              </a:defRPr>
            </a:lvl4pPr>
            <a:lvl5pPr algn="l">
              <a:defRPr sz="1500" b="1">
                <a:solidFill>
                  <a:srgbClr val="ADF0CF"/>
                </a:solidFill>
                <a:latin typeface="Aptos"/>
                <a:ea typeface="Aptos"/>
                <a:cs typeface="Aptos"/>
              </a:defRPr>
            </a:lvl5pPr>
            <a:lvl6pPr algn="l">
              <a:defRPr sz="1500" b="1">
                <a:solidFill>
                  <a:srgbClr val="ADF0CF"/>
                </a:solidFill>
                <a:latin typeface="Aptos"/>
                <a:ea typeface="Aptos"/>
                <a:cs typeface="Aptos"/>
              </a:defRPr>
            </a:lvl6pPr>
            <a:lvl7pPr algn="l">
              <a:defRPr sz="1500" b="1">
                <a:solidFill>
                  <a:srgbClr val="ADF0CF"/>
                </a:solidFill>
                <a:latin typeface="Aptos"/>
                <a:ea typeface="Aptos"/>
                <a:cs typeface="Aptos"/>
              </a:defRPr>
            </a:lvl7pPr>
            <a:lvl8pPr algn="l">
              <a:defRPr sz="1500" b="1">
                <a:solidFill>
                  <a:srgbClr val="ADF0CF"/>
                </a:solidFill>
                <a:latin typeface="Aptos"/>
                <a:ea typeface="Aptos"/>
                <a:cs typeface="Aptos"/>
              </a:defRPr>
            </a:lvl8pPr>
            <a:lvl9pPr algn="l">
              <a:defRPr sz="1500" b="1">
                <a:solidFill>
                  <a:srgbClr val="ADF0CF"/>
                </a:solidFill>
                <a:latin typeface="Aptos"/>
                <a:ea typeface="Aptos"/>
                <a:cs typeface="Aptos"/>
              </a:defRPr>
            </a:lvl9pPr>
          </a:lstStyle>
          <a:p xmlns:a="http://schemas.openxmlformats.org/drawingml/2006/main">
            <a:pPr algn="l">
              <a:defRPr sz="1500" b="1">
                <a:solidFill>
                  <a:srgbClr val="ADF0CF"/>
                </a:solidFill>
                <a:latin typeface="Aptos"/>
                <a:ea typeface="Aptos"/>
                <a:cs typeface="Aptos"/>
              </a:defRPr>
            </a:pPr>
            <a:r>
              <a:rPr sz="1500" b="1">
                <a:solidFill>
                  <a:srgbClr val="ADF0CF"/>
                </a:solidFill>
                <a:latin typeface="Aptos"/>
                <a:ea typeface="Aptos"/>
                <a:cs typeface="Aptos"/>
              </a:rPr>
              <a:t>REVIEW 3  ·  BCSE316L  ·  AY 2026–27</a:t>
            </a:r>
          </a:p>
        </p:txBody>
      </p:sp>
      <p:sp>
        <p:nvSpPr>
          <p:cNvPr id="2" name="">
            <a:extLst xmlns:a="http://schemas.openxmlformats.org/drawingml/2006/main">
              <a:ext uri="{FF2B5EF4-FFF2-40B4-BE49-F238E27FC236}">
                <a16:creationId xmlns:a16="http://schemas.microsoft.com/office/drawing/2014/main" id="{5FCA705B-B358-45C2-B8A6-C3F372922149}"/>
              </a:ext>
            </a:extLst>
          </p:cNvPr>
          <p:cNvSpPr>
            <a:spLocks xmlns:a="http://schemas.openxmlformats.org/drawingml/2006/main" noGrp="1"/>
          </p:cNvSpPr>
          <p:nvPr/>
        </p:nvSpPr>
        <p:spPr>
          <a:xfrm xmlns:a="http://schemas.openxmlformats.org/drawingml/2006/main">
            <a:off x="609600" y="1295400"/>
            <a:ext cx="571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7200" b="1">
                <a:solidFill>
                  <a:srgbClr val="FFFFFF"/>
                </a:solidFill>
                <a:latin typeface="Aptos"/>
                <a:ea typeface="Aptos"/>
                <a:cs typeface="Aptos"/>
              </a:defRPr>
            </a:defPPr>
            <a:lvl1pPr algn="l">
              <a:defRPr sz="7200" b="1">
                <a:solidFill>
                  <a:srgbClr val="FFFFFF"/>
                </a:solidFill>
                <a:latin typeface="Aptos"/>
                <a:ea typeface="Aptos"/>
                <a:cs typeface="Aptos"/>
              </a:defRPr>
            </a:lvl1pPr>
            <a:lvl2pPr algn="l">
              <a:defRPr sz="7200" b="1">
                <a:solidFill>
                  <a:srgbClr val="FFFFFF"/>
                </a:solidFill>
                <a:latin typeface="Aptos"/>
                <a:ea typeface="Aptos"/>
                <a:cs typeface="Aptos"/>
              </a:defRPr>
            </a:lvl2pPr>
            <a:lvl3pPr algn="l">
              <a:defRPr sz="7200" b="1">
                <a:solidFill>
                  <a:srgbClr val="FFFFFF"/>
                </a:solidFill>
                <a:latin typeface="Aptos"/>
                <a:ea typeface="Aptos"/>
                <a:cs typeface="Aptos"/>
              </a:defRPr>
            </a:lvl3pPr>
            <a:lvl4pPr algn="l">
              <a:defRPr sz="7200" b="1">
                <a:solidFill>
                  <a:srgbClr val="FFFFFF"/>
                </a:solidFill>
                <a:latin typeface="Aptos"/>
                <a:ea typeface="Aptos"/>
                <a:cs typeface="Aptos"/>
              </a:defRPr>
            </a:lvl4pPr>
            <a:lvl5pPr algn="l">
              <a:defRPr sz="7200" b="1">
                <a:solidFill>
                  <a:srgbClr val="FFFFFF"/>
                </a:solidFill>
                <a:latin typeface="Aptos"/>
                <a:ea typeface="Aptos"/>
                <a:cs typeface="Aptos"/>
              </a:defRPr>
            </a:lvl5pPr>
            <a:lvl6pPr algn="l">
              <a:defRPr sz="7200" b="1">
                <a:solidFill>
                  <a:srgbClr val="FFFFFF"/>
                </a:solidFill>
                <a:latin typeface="Aptos"/>
                <a:ea typeface="Aptos"/>
                <a:cs typeface="Aptos"/>
              </a:defRPr>
            </a:lvl6pPr>
            <a:lvl7pPr algn="l">
              <a:defRPr sz="7200" b="1">
                <a:solidFill>
                  <a:srgbClr val="FFFFFF"/>
                </a:solidFill>
                <a:latin typeface="Aptos"/>
                <a:ea typeface="Aptos"/>
                <a:cs typeface="Aptos"/>
              </a:defRPr>
            </a:lvl7pPr>
            <a:lvl8pPr algn="l">
              <a:defRPr sz="7200" b="1">
                <a:solidFill>
                  <a:srgbClr val="FFFFFF"/>
                </a:solidFill>
                <a:latin typeface="Aptos"/>
                <a:ea typeface="Aptos"/>
                <a:cs typeface="Aptos"/>
              </a:defRPr>
            </a:lvl8pPr>
            <a:lvl9pPr algn="l">
              <a:defRPr sz="7200" b="1">
                <a:solidFill>
                  <a:srgbClr val="FFFFFF"/>
                </a:solidFill>
                <a:latin typeface="Aptos"/>
                <a:ea typeface="Aptos"/>
                <a:cs typeface="Aptos"/>
              </a:defRPr>
            </a:lvl9pPr>
          </a:lstStyle>
          <a:p xmlns:a="http://schemas.openxmlformats.org/drawingml/2006/main">
            <a:pPr algn="l">
              <a:defRPr sz="7200" b="1">
                <a:solidFill>
                  <a:srgbClr val="FFFFFF"/>
                </a:solidFill>
                <a:latin typeface="Aptos"/>
                <a:ea typeface="Aptos"/>
                <a:cs typeface="Aptos"/>
              </a:defRPr>
            </a:pPr>
            <a:r>
              <a:rPr sz="7200" b="1">
                <a:solidFill>
                  <a:srgbClr val="FFFFFF"/>
                </a:solidFill>
                <a:latin typeface="Aptos"/>
                <a:ea typeface="Aptos"/>
                <a:cs typeface="Aptos"/>
              </a:rPr>
              <a:t>AirTrust</a:t>
            </a:r>
          </a:p>
        </p:txBody>
      </p:sp>
      <p:sp>
        <p:nvSpPr>
          <p:cNvPr id="3" name="">
            <a:extLst xmlns:a="http://schemas.openxmlformats.org/drawingml/2006/main">
              <a:ext uri="{FF2B5EF4-FFF2-40B4-BE49-F238E27FC236}">
                <a16:creationId xmlns:a16="http://schemas.microsoft.com/office/drawing/2014/main" id="{21694897-7602-41E1-B610-ABB844DEF5DD}"/>
              </a:ext>
            </a:extLst>
          </p:cNvPr>
          <p:cNvSpPr>
            <a:spLocks xmlns:a="http://schemas.openxmlformats.org/drawingml/2006/main" noGrp="1"/>
          </p:cNvSpPr>
          <p:nvPr/>
        </p:nvSpPr>
        <p:spPr>
          <a:xfrm xmlns:a="http://schemas.openxmlformats.org/drawingml/2006/main">
            <a:off x="647700" y="2686050"/>
            <a:ext cx="5762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FFFFFF"/>
                </a:solidFill>
                <a:latin typeface="Aptos"/>
                <a:ea typeface="Aptos"/>
                <a:cs typeface="Aptos"/>
              </a:defRPr>
            </a:defPPr>
            <a:lvl1pPr algn="l">
              <a:defRPr sz="2550" b="1">
                <a:solidFill>
                  <a:srgbClr val="FFFFFF"/>
                </a:solidFill>
                <a:latin typeface="Aptos"/>
                <a:ea typeface="Aptos"/>
                <a:cs typeface="Aptos"/>
              </a:defRPr>
            </a:lvl1pPr>
            <a:lvl2pPr algn="l">
              <a:defRPr sz="2550" b="1">
                <a:solidFill>
                  <a:srgbClr val="FFFFFF"/>
                </a:solidFill>
                <a:latin typeface="Aptos"/>
                <a:ea typeface="Aptos"/>
                <a:cs typeface="Aptos"/>
              </a:defRPr>
            </a:lvl2pPr>
            <a:lvl3pPr algn="l">
              <a:defRPr sz="2550" b="1">
                <a:solidFill>
                  <a:srgbClr val="FFFFFF"/>
                </a:solidFill>
                <a:latin typeface="Aptos"/>
                <a:ea typeface="Aptos"/>
                <a:cs typeface="Aptos"/>
              </a:defRPr>
            </a:lvl3pPr>
            <a:lvl4pPr algn="l">
              <a:defRPr sz="2550" b="1">
                <a:solidFill>
                  <a:srgbClr val="FFFFFF"/>
                </a:solidFill>
                <a:latin typeface="Aptos"/>
                <a:ea typeface="Aptos"/>
                <a:cs typeface="Aptos"/>
              </a:defRPr>
            </a:lvl4pPr>
            <a:lvl5pPr algn="l">
              <a:defRPr sz="2550" b="1">
                <a:solidFill>
                  <a:srgbClr val="FFFFFF"/>
                </a:solidFill>
                <a:latin typeface="Aptos"/>
                <a:ea typeface="Aptos"/>
                <a:cs typeface="Aptos"/>
              </a:defRPr>
            </a:lvl5pPr>
            <a:lvl6pPr algn="l">
              <a:defRPr sz="2550" b="1">
                <a:solidFill>
                  <a:srgbClr val="FFFFFF"/>
                </a:solidFill>
                <a:latin typeface="Aptos"/>
                <a:ea typeface="Aptos"/>
                <a:cs typeface="Aptos"/>
              </a:defRPr>
            </a:lvl6pPr>
            <a:lvl7pPr algn="l">
              <a:defRPr sz="2550" b="1">
                <a:solidFill>
                  <a:srgbClr val="FFFFFF"/>
                </a:solidFill>
                <a:latin typeface="Aptos"/>
                <a:ea typeface="Aptos"/>
                <a:cs typeface="Aptos"/>
              </a:defRPr>
            </a:lvl7pPr>
            <a:lvl8pPr algn="l">
              <a:defRPr sz="2550" b="1">
                <a:solidFill>
                  <a:srgbClr val="FFFFFF"/>
                </a:solidFill>
                <a:latin typeface="Aptos"/>
                <a:ea typeface="Aptos"/>
                <a:cs typeface="Aptos"/>
              </a:defRPr>
            </a:lvl8pPr>
            <a:lvl9pPr algn="l">
              <a:defRPr sz="2550" b="1">
                <a:solidFill>
                  <a:srgbClr val="FFFFFF"/>
                </a:solidFill>
                <a:latin typeface="Aptos"/>
                <a:ea typeface="Aptos"/>
                <a:cs typeface="Aptos"/>
              </a:defRPr>
            </a:lvl9pPr>
          </a:lstStyle>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Federated Learning for</a:t>
            </a:r>
          </a:p>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City-Wide Air Pollution Mapping</a:t>
            </a:r>
          </a:p>
        </p:txBody>
      </p:sp>
      <p:sp>
        <p:nvSpPr>
          <p:cNvPr id="4" name="">
            <a:extLst xmlns:a="http://schemas.openxmlformats.org/drawingml/2006/main">
              <a:ext uri="{FF2B5EF4-FFF2-40B4-BE49-F238E27FC236}">
                <a16:creationId xmlns:a16="http://schemas.microsoft.com/office/drawing/2014/main" id="{810209E4-DF4F-4810-8C7B-8F941932C242}"/>
              </a:ext>
            </a:extLst>
          </p:cNvPr>
          <p:cNvSpPr>
            <a:spLocks xmlns:a="http://schemas.openxmlformats.org/drawingml/2006/main" noGrp="1"/>
          </p:cNvSpPr>
          <p:nvPr/>
        </p:nvSpPr>
        <p:spPr>
          <a:xfrm xmlns:a="http://schemas.openxmlformats.org/drawingml/2006/main">
            <a:off x="647700" y="404812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ADF0CF"/>
                </a:solidFill>
                <a:latin typeface="Aptos"/>
                <a:ea typeface="Aptos"/>
                <a:cs typeface="Aptos"/>
              </a:defRPr>
            </a:defPPr>
            <a:lvl1pPr algn="l">
              <a:defRPr sz="2025" b="0">
                <a:solidFill>
                  <a:srgbClr val="ADF0CF"/>
                </a:solidFill>
                <a:latin typeface="Aptos"/>
                <a:ea typeface="Aptos"/>
                <a:cs typeface="Aptos"/>
              </a:defRPr>
            </a:lvl1pPr>
            <a:lvl2pPr algn="l">
              <a:defRPr sz="2025" b="0">
                <a:solidFill>
                  <a:srgbClr val="ADF0CF"/>
                </a:solidFill>
                <a:latin typeface="Aptos"/>
                <a:ea typeface="Aptos"/>
                <a:cs typeface="Aptos"/>
              </a:defRPr>
            </a:lvl2pPr>
            <a:lvl3pPr algn="l">
              <a:defRPr sz="2025" b="0">
                <a:solidFill>
                  <a:srgbClr val="ADF0CF"/>
                </a:solidFill>
                <a:latin typeface="Aptos"/>
                <a:ea typeface="Aptos"/>
                <a:cs typeface="Aptos"/>
              </a:defRPr>
            </a:lvl3pPr>
            <a:lvl4pPr algn="l">
              <a:defRPr sz="2025" b="0">
                <a:solidFill>
                  <a:srgbClr val="ADF0CF"/>
                </a:solidFill>
                <a:latin typeface="Aptos"/>
                <a:ea typeface="Aptos"/>
                <a:cs typeface="Aptos"/>
              </a:defRPr>
            </a:lvl4pPr>
            <a:lvl5pPr algn="l">
              <a:defRPr sz="2025" b="0">
                <a:solidFill>
                  <a:srgbClr val="ADF0CF"/>
                </a:solidFill>
                <a:latin typeface="Aptos"/>
                <a:ea typeface="Aptos"/>
                <a:cs typeface="Aptos"/>
              </a:defRPr>
            </a:lvl5pPr>
            <a:lvl6pPr algn="l">
              <a:defRPr sz="2025" b="0">
                <a:solidFill>
                  <a:srgbClr val="ADF0CF"/>
                </a:solidFill>
                <a:latin typeface="Aptos"/>
                <a:ea typeface="Aptos"/>
                <a:cs typeface="Aptos"/>
              </a:defRPr>
            </a:lvl6pPr>
            <a:lvl7pPr algn="l">
              <a:defRPr sz="2025" b="0">
                <a:solidFill>
                  <a:srgbClr val="ADF0CF"/>
                </a:solidFill>
                <a:latin typeface="Aptos"/>
                <a:ea typeface="Aptos"/>
                <a:cs typeface="Aptos"/>
              </a:defRPr>
            </a:lvl7pPr>
            <a:lvl8pPr algn="l">
              <a:defRPr sz="2025" b="0">
                <a:solidFill>
                  <a:srgbClr val="ADF0CF"/>
                </a:solidFill>
                <a:latin typeface="Aptos"/>
                <a:ea typeface="Aptos"/>
                <a:cs typeface="Aptos"/>
              </a:defRPr>
            </a:lvl8pPr>
            <a:lvl9pPr algn="l">
              <a:defRPr sz="2025" b="0">
                <a:solidFill>
                  <a:srgbClr val="ADF0CF"/>
                </a:solidFill>
                <a:latin typeface="Aptos"/>
                <a:ea typeface="Aptos"/>
                <a:cs typeface="Aptos"/>
              </a:defRPr>
            </a:lvl9pPr>
          </a:lstStyle>
          <a:p xmlns:a="http://schemas.openxmlformats.org/drawingml/2006/main">
            <a:pPr algn="l">
              <a:defRPr sz="2025" b="0">
                <a:solidFill>
                  <a:srgbClr val="ADF0CF"/>
                </a:solidFill>
                <a:latin typeface="Aptos"/>
                <a:ea typeface="Aptos"/>
                <a:cs typeface="Aptos"/>
              </a:defRPr>
            </a:pPr>
            <a:r>
              <a:rPr sz="2025" b="0">
                <a:solidFill>
                  <a:srgbClr val="ADF0CF"/>
                </a:solidFill>
                <a:latin typeface="Aptos"/>
                <a:ea typeface="Aptos"/>
                <a:cs typeface="Aptos"/>
              </a:rPr>
              <a:t>Without centralizing sensor data</a:t>
            </a:r>
          </a:p>
        </p:txBody>
      </p:sp>
      <p:pic>
        <p:nvPicPr>
          <p:cNvPr id="5" name="">
            <a:extLst xmlns:a="http://schemas.openxmlformats.org/drawingml/2006/main">
              <a:ext uri="{FF2B5EF4-FFF2-40B4-BE49-F238E27FC236}">
                <a16:creationId xmlns:a16="http://schemas.microsoft.com/office/drawing/2014/main" id="{1D867771-B549-4AB9-829A-A07D7B281890}"/>
              </a:ext>
            </a:extLst>
          </p:cNvPr>
          <p:cNvPicPr>
            <a:picLocks xmlns:a="http://schemas.openxmlformats.org/drawingml/2006/main" noChangeAspect="1"/>
          </p:cNvPicPr>
          <p:nvPr/>
        </p:nvPicPr>
        <p:blipFill>
          <a:blip xmlns:r="http://schemas.openxmlformats.org/officeDocument/2006/relationships" xmlns:a="http://schemas.openxmlformats.org/drawingml/2006/main" r:embed="R61b1999e3af14da7"/>
          <a:stretch xmlns:a="http://schemas.openxmlformats.org/drawingml/2006/main"/>
        </p:blipFill>
        <p:spPr>
          <a:xfrm xmlns:a="http://schemas.openxmlformats.org/drawingml/2006/main">
            <a:off x="6838950" y="1506386"/>
            <a:ext cx="4762500" cy="430242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C2BB13-ECDC-4885-8427-1B4AFD131A1F}"/>
              </a:ext>
            </a:extLst>
          </p:cNvPr>
          <p:cNvSpPr>
            <a:spLocks xmlns:a="http://schemas.openxmlformats.org/drawingml/2006/main" noGrp="1"/>
          </p:cNvSpPr>
          <p:nvPr/>
        </p:nvSpPr>
        <p:spPr>
          <a:xfrm xmlns:a="http://schemas.openxmlformats.org/drawingml/2006/main">
            <a:off x="6858000" y="5924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C2D5DA"/>
                </a:solidFill>
                <a:latin typeface="Aptos"/>
                <a:ea typeface="Aptos"/>
                <a:cs typeface="Aptos"/>
              </a:defRPr>
            </a:defPPr>
            <a:lvl1pPr algn="l">
              <a:defRPr sz="1350" b="0">
                <a:solidFill>
                  <a:srgbClr val="C2D5DA"/>
                </a:solidFill>
                <a:latin typeface="Aptos"/>
                <a:ea typeface="Aptos"/>
                <a:cs typeface="Aptos"/>
              </a:defRPr>
            </a:lvl1pPr>
            <a:lvl2pPr algn="l">
              <a:defRPr sz="1350" b="0">
                <a:solidFill>
                  <a:srgbClr val="C2D5DA"/>
                </a:solidFill>
                <a:latin typeface="Aptos"/>
                <a:ea typeface="Aptos"/>
                <a:cs typeface="Aptos"/>
              </a:defRPr>
            </a:lvl2pPr>
            <a:lvl3pPr algn="l">
              <a:defRPr sz="1350" b="0">
                <a:solidFill>
                  <a:srgbClr val="C2D5DA"/>
                </a:solidFill>
                <a:latin typeface="Aptos"/>
                <a:ea typeface="Aptos"/>
                <a:cs typeface="Aptos"/>
              </a:defRPr>
            </a:lvl3pPr>
            <a:lvl4pPr algn="l">
              <a:defRPr sz="1350" b="0">
                <a:solidFill>
                  <a:srgbClr val="C2D5DA"/>
                </a:solidFill>
                <a:latin typeface="Aptos"/>
                <a:ea typeface="Aptos"/>
                <a:cs typeface="Aptos"/>
              </a:defRPr>
            </a:lvl4pPr>
            <a:lvl5pPr algn="l">
              <a:defRPr sz="1350" b="0">
                <a:solidFill>
                  <a:srgbClr val="C2D5DA"/>
                </a:solidFill>
                <a:latin typeface="Aptos"/>
                <a:ea typeface="Aptos"/>
                <a:cs typeface="Aptos"/>
              </a:defRPr>
            </a:lvl5pPr>
            <a:lvl6pPr algn="l">
              <a:defRPr sz="1350" b="0">
                <a:solidFill>
                  <a:srgbClr val="C2D5DA"/>
                </a:solidFill>
                <a:latin typeface="Aptos"/>
                <a:ea typeface="Aptos"/>
                <a:cs typeface="Aptos"/>
              </a:defRPr>
            </a:lvl6pPr>
            <a:lvl7pPr algn="l">
              <a:defRPr sz="1350" b="0">
                <a:solidFill>
                  <a:srgbClr val="C2D5DA"/>
                </a:solidFill>
                <a:latin typeface="Aptos"/>
                <a:ea typeface="Aptos"/>
                <a:cs typeface="Aptos"/>
              </a:defRPr>
            </a:lvl7pPr>
            <a:lvl8pPr algn="l">
              <a:defRPr sz="1350" b="0">
                <a:solidFill>
                  <a:srgbClr val="C2D5DA"/>
                </a:solidFill>
                <a:latin typeface="Aptos"/>
                <a:ea typeface="Aptos"/>
                <a:cs typeface="Aptos"/>
              </a:defRPr>
            </a:lvl8pPr>
            <a:lvl9pPr algn="l">
              <a:defRPr sz="1350" b="0">
                <a:solidFill>
                  <a:srgbClr val="C2D5DA"/>
                </a:solidFill>
                <a:latin typeface="Aptos"/>
                <a:ea typeface="Aptos"/>
                <a:cs typeface="Aptos"/>
              </a:defRPr>
            </a:lvl9pPr>
          </a:lstStyle>
          <a:p xmlns:a="http://schemas.openxmlformats.org/drawingml/2006/main">
            <a:pPr algn="l">
              <a:defRPr sz="1350" b="0">
                <a:solidFill>
                  <a:srgbClr val="C2D5DA"/>
                </a:solidFill>
                <a:latin typeface="Aptos"/>
                <a:ea typeface="Aptos"/>
                <a:cs typeface="Aptos"/>
              </a:defRPr>
            </a:pPr>
            <a:r>
              <a:rPr sz="1350" b="0">
                <a:solidFill>
                  <a:srgbClr val="C2D5DA"/>
                </a:solidFill>
                <a:latin typeface="Aptos"/>
                <a:ea typeface="Aptos"/>
                <a:cs typeface="Aptos"/>
              </a:rPr>
              <a:t>Historical graph-model surface · 29 Nov 2024</a:t>
            </a:r>
          </a:p>
        </p:txBody>
      </p:sp>
      <p:sp>
        <p:nvSpPr>
          <p:cNvPr id="7" name="">
            <a:extLst xmlns:a="http://schemas.openxmlformats.org/drawingml/2006/main">
              <a:ext uri="{FF2B5EF4-FFF2-40B4-BE49-F238E27FC236}">
                <a16:creationId xmlns:a16="http://schemas.microsoft.com/office/drawing/2014/main" id="{E658FE62-6F35-4F67-AE77-43FB6B574784}"/>
              </a:ext>
            </a:extLst>
          </p:cNvPr>
          <p:cNvSpPr>
            <a:spLocks xmlns:a="http://schemas.openxmlformats.org/drawingml/2006/main" noGrp="1"/>
          </p:cNvSpPr>
          <p:nvPr/>
        </p:nvSpPr>
        <p:spPr>
          <a:xfrm xmlns:a="http://schemas.openxmlformats.org/drawingml/2006/main">
            <a:off x="647700" y="487680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latin typeface="Aptos"/>
                <a:ea typeface="Aptos"/>
                <a:cs typeface="Aptos"/>
              </a:defRPr>
            </a:defPPr>
            <a:lvl1pPr algn="l">
              <a:defRPr sz="1800" b="1">
                <a:solidFill>
                  <a:srgbClr val="FFFFFF"/>
                </a:solidFill>
                <a:latin typeface="Aptos"/>
                <a:ea typeface="Aptos"/>
                <a:cs typeface="Aptos"/>
              </a:defRPr>
            </a:lvl1pPr>
            <a:lvl2pPr algn="l">
              <a:defRPr sz="1800" b="1">
                <a:solidFill>
                  <a:srgbClr val="FFFFFF"/>
                </a:solidFill>
                <a:latin typeface="Aptos"/>
                <a:ea typeface="Aptos"/>
                <a:cs typeface="Aptos"/>
              </a:defRPr>
            </a:lvl2pPr>
            <a:lvl3pPr algn="l">
              <a:defRPr sz="1800" b="1">
                <a:solidFill>
                  <a:srgbClr val="FFFFFF"/>
                </a:solidFill>
                <a:latin typeface="Aptos"/>
                <a:ea typeface="Aptos"/>
                <a:cs typeface="Aptos"/>
              </a:defRPr>
            </a:lvl3pPr>
            <a:lvl4pPr algn="l">
              <a:defRPr sz="1800" b="1">
                <a:solidFill>
                  <a:srgbClr val="FFFFFF"/>
                </a:solidFill>
                <a:latin typeface="Aptos"/>
                <a:ea typeface="Aptos"/>
                <a:cs typeface="Aptos"/>
              </a:defRPr>
            </a:lvl4pPr>
            <a:lvl5pPr algn="l">
              <a:defRPr sz="1800" b="1">
                <a:solidFill>
                  <a:srgbClr val="FFFFFF"/>
                </a:solidFill>
                <a:latin typeface="Aptos"/>
                <a:ea typeface="Aptos"/>
                <a:cs typeface="Aptos"/>
              </a:defRPr>
            </a:lvl5pPr>
            <a:lvl6pPr algn="l">
              <a:defRPr sz="1800" b="1">
                <a:solidFill>
                  <a:srgbClr val="FFFFFF"/>
                </a:solidFill>
                <a:latin typeface="Aptos"/>
                <a:ea typeface="Aptos"/>
                <a:cs typeface="Aptos"/>
              </a:defRPr>
            </a:lvl6pPr>
            <a:lvl7pPr algn="l">
              <a:defRPr sz="1800" b="1">
                <a:solidFill>
                  <a:srgbClr val="FFFFFF"/>
                </a:solidFill>
                <a:latin typeface="Aptos"/>
                <a:ea typeface="Aptos"/>
                <a:cs typeface="Aptos"/>
              </a:defRPr>
            </a:lvl7pPr>
            <a:lvl8pPr algn="l">
              <a:defRPr sz="1800" b="1">
                <a:solidFill>
                  <a:srgbClr val="FFFFFF"/>
                </a:solidFill>
                <a:latin typeface="Aptos"/>
                <a:ea typeface="Aptos"/>
                <a:cs typeface="Aptos"/>
              </a:defRPr>
            </a:lvl8pPr>
            <a:lvl9pPr algn="l">
              <a:defRPr sz="1800" b="1">
                <a:solidFill>
                  <a:srgbClr val="FFFFFF"/>
                </a:solidFill>
                <a:latin typeface="Aptos"/>
                <a:ea typeface="Aptos"/>
                <a:cs typeface="Aptos"/>
              </a:defRPr>
            </a:lvl9pPr>
          </a:lstStyle>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Team 10 · Project 9</a:t>
            </a:r>
          </a:p>
        </p:txBody>
      </p:sp>
      <p:sp>
        <p:nvSpPr>
          <p:cNvPr id="8" name="">
            <a:extLst xmlns:a="http://schemas.openxmlformats.org/drawingml/2006/main">
              <a:ext uri="{FF2B5EF4-FFF2-40B4-BE49-F238E27FC236}">
                <a16:creationId xmlns:a16="http://schemas.microsoft.com/office/drawing/2014/main" id="{A0104907-DA79-4667-A007-1D8C602E8BCF}"/>
              </a:ext>
            </a:extLst>
          </p:cNvPr>
          <p:cNvSpPr>
            <a:spLocks xmlns:a="http://schemas.openxmlformats.org/drawingml/2006/main" noGrp="1"/>
          </p:cNvSpPr>
          <p:nvPr/>
        </p:nvSpPr>
        <p:spPr>
          <a:xfrm xmlns:a="http://schemas.openxmlformats.org/drawingml/2006/main">
            <a:off x="647700" y="5343525"/>
            <a:ext cx="590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C2D5DA"/>
                </a:solidFill>
                <a:latin typeface="Aptos"/>
                <a:ea typeface="Aptos"/>
                <a:cs typeface="Aptos"/>
              </a:defRPr>
            </a:defPPr>
            <a:lvl1pPr algn="l">
              <a:defRPr sz="1425" b="0">
                <a:solidFill>
                  <a:srgbClr val="C2D5DA"/>
                </a:solidFill>
                <a:latin typeface="Aptos"/>
                <a:ea typeface="Aptos"/>
                <a:cs typeface="Aptos"/>
              </a:defRPr>
            </a:lvl1pPr>
            <a:lvl2pPr algn="l">
              <a:defRPr sz="1425" b="0">
                <a:solidFill>
                  <a:srgbClr val="C2D5DA"/>
                </a:solidFill>
                <a:latin typeface="Aptos"/>
                <a:ea typeface="Aptos"/>
                <a:cs typeface="Aptos"/>
              </a:defRPr>
            </a:lvl2pPr>
            <a:lvl3pPr algn="l">
              <a:defRPr sz="1425" b="0">
                <a:solidFill>
                  <a:srgbClr val="C2D5DA"/>
                </a:solidFill>
                <a:latin typeface="Aptos"/>
                <a:ea typeface="Aptos"/>
                <a:cs typeface="Aptos"/>
              </a:defRPr>
            </a:lvl3pPr>
            <a:lvl4pPr algn="l">
              <a:defRPr sz="1425" b="0">
                <a:solidFill>
                  <a:srgbClr val="C2D5DA"/>
                </a:solidFill>
                <a:latin typeface="Aptos"/>
                <a:ea typeface="Aptos"/>
                <a:cs typeface="Aptos"/>
              </a:defRPr>
            </a:lvl4pPr>
            <a:lvl5pPr algn="l">
              <a:defRPr sz="1425" b="0">
                <a:solidFill>
                  <a:srgbClr val="C2D5DA"/>
                </a:solidFill>
                <a:latin typeface="Aptos"/>
                <a:ea typeface="Aptos"/>
                <a:cs typeface="Aptos"/>
              </a:defRPr>
            </a:lvl5pPr>
            <a:lvl6pPr algn="l">
              <a:defRPr sz="1425" b="0">
                <a:solidFill>
                  <a:srgbClr val="C2D5DA"/>
                </a:solidFill>
                <a:latin typeface="Aptos"/>
                <a:ea typeface="Aptos"/>
                <a:cs typeface="Aptos"/>
              </a:defRPr>
            </a:lvl6pPr>
            <a:lvl7pPr algn="l">
              <a:defRPr sz="1425" b="0">
                <a:solidFill>
                  <a:srgbClr val="C2D5DA"/>
                </a:solidFill>
                <a:latin typeface="Aptos"/>
                <a:ea typeface="Aptos"/>
                <a:cs typeface="Aptos"/>
              </a:defRPr>
            </a:lvl7pPr>
            <a:lvl8pPr algn="l">
              <a:defRPr sz="1425" b="0">
                <a:solidFill>
                  <a:srgbClr val="C2D5DA"/>
                </a:solidFill>
                <a:latin typeface="Aptos"/>
                <a:ea typeface="Aptos"/>
                <a:cs typeface="Aptos"/>
              </a:defRPr>
            </a:lvl8pPr>
            <a:lvl9pPr algn="l">
              <a:defRPr sz="1425" b="0">
                <a:solidFill>
                  <a:srgbClr val="C2D5DA"/>
                </a:solidFill>
                <a:latin typeface="Aptos"/>
                <a:ea typeface="Aptos"/>
                <a:cs typeface="Aptos"/>
              </a:defRPr>
            </a:lvl9pPr>
          </a:lstStyle>
          <a:p xmlns:a="http://schemas.openxmlformats.org/drawingml/2006/main">
            <a:pPr algn="l">
              <a:defRPr sz="1425" b="0">
                <a:solidFill>
                  <a:srgbClr val="C2D5DA"/>
                </a:solidFill>
                <a:latin typeface="Aptos"/>
                <a:ea typeface="Aptos"/>
                <a:cs typeface="Aptos"/>
              </a:defRPr>
            </a:pPr>
            <a:r>
              <a:rPr sz="1425" b="0">
                <a:solidFill>
                  <a:srgbClr val="C2D5DA"/>
                </a:solidFill>
                <a:latin typeface="Aptos"/>
                <a:ea typeface="Aptos"/>
                <a:cs typeface="Aptos"/>
              </a:rPr>
              <a:t>Rishit Chaudhary 23BCT0157  ·  Siddharth Verma 23BCT0159</a:t>
            </a:r>
          </a:p>
          <a:p xmlns:a="http://schemas.openxmlformats.org/drawingml/2006/main">
            <a:pPr algn="l">
              <a:defRPr sz="1425" b="0">
                <a:solidFill>
                  <a:srgbClr val="C2D5DA"/>
                </a:solidFill>
                <a:latin typeface="Aptos"/>
                <a:ea typeface="Aptos"/>
                <a:cs typeface="Aptos"/>
              </a:defRPr>
            </a:pPr>
            <a:r>
              <a:rPr sz="1425" b="0">
                <a:solidFill>
                  <a:srgbClr val="C2D5DA"/>
                </a:solidFill>
                <a:latin typeface="Aptos"/>
                <a:ea typeface="Aptos"/>
                <a:cs typeface="Aptos"/>
              </a:rPr>
              <a:t>Jashan Sahasrabudhe 23BCT0022  ·  Adarsh Narayan 23BCT0155</a:t>
            </a:r>
          </a:p>
        </p:txBody>
      </p:sp>
      <p:sp>
        <p:nvSpPr>
          <p:cNvPr id="9" name="">
            <a:extLst xmlns:a="http://schemas.openxmlformats.org/drawingml/2006/main">
              <a:ext uri="{FF2B5EF4-FFF2-40B4-BE49-F238E27FC236}">
                <a16:creationId xmlns:a16="http://schemas.microsoft.com/office/drawing/2014/main" id="{98749B2E-6488-4F77-86F2-9B71FC17D51F}"/>
              </a:ext>
            </a:extLst>
          </p:cNvPr>
          <p:cNvSpPr>
            <a:spLocks xmlns:a="http://schemas.openxmlformats.org/drawingml/2006/main" noGrp="1"/>
          </p:cNvSpPr>
          <p:nvPr/>
        </p:nvSpPr>
        <p:spPr>
          <a:xfrm xmlns:a="http://schemas.openxmlformats.org/drawingml/2006/main">
            <a:off x="647700" y="645795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BDD0D5"/>
                </a:solidFill>
                <a:latin typeface="Aptos"/>
                <a:ea typeface="Aptos"/>
                <a:cs typeface="Aptos"/>
              </a:defRPr>
            </a:defPPr>
            <a:lvl1pPr algn="l">
              <a:defRPr sz="1200" b="0">
                <a:solidFill>
                  <a:srgbClr val="BDD0D5"/>
                </a:solidFill>
                <a:latin typeface="Aptos"/>
                <a:ea typeface="Aptos"/>
                <a:cs typeface="Aptos"/>
              </a:defRPr>
            </a:lvl1pPr>
            <a:lvl2pPr algn="l">
              <a:defRPr sz="1200" b="0">
                <a:solidFill>
                  <a:srgbClr val="BDD0D5"/>
                </a:solidFill>
                <a:latin typeface="Aptos"/>
                <a:ea typeface="Aptos"/>
                <a:cs typeface="Aptos"/>
              </a:defRPr>
            </a:lvl2pPr>
            <a:lvl3pPr algn="l">
              <a:defRPr sz="1200" b="0">
                <a:solidFill>
                  <a:srgbClr val="BDD0D5"/>
                </a:solidFill>
                <a:latin typeface="Aptos"/>
                <a:ea typeface="Aptos"/>
                <a:cs typeface="Aptos"/>
              </a:defRPr>
            </a:lvl3pPr>
            <a:lvl4pPr algn="l">
              <a:defRPr sz="1200" b="0">
                <a:solidFill>
                  <a:srgbClr val="BDD0D5"/>
                </a:solidFill>
                <a:latin typeface="Aptos"/>
                <a:ea typeface="Aptos"/>
                <a:cs typeface="Aptos"/>
              </a:defRPr>
            </a:lvl4pPr>
            <a:lvl5pPr algn="l">
              <a:defRPr sz="1200" b="0">
                <a:solidFill>
                  <a:srgbClr val="BDD0D5"/>
                </a:solidFill>
                <a:latin typeface="Aptos"/>
                <a:ea typeface="Aptos"/>
                <a:cs typeface="Aptos"/>
              </a:defRPr>
            </a:lvl5pPr>
            <a:lvl6pPr algn="l">
              <a:defRPr sz="1200" b="0">
                <a:solidFill>
                  <a:srgbClr val="BDD0D5"/>
                </a:solidFill>
                <a:latin typeface="Aptos"/>
                <a:ea typeface="Aptos"/>
                <a:cs typeface="Aptos"/>
              </a:defRPr>
            </a:lvl6pPr>
            <a:lvl7pPr algn="l">
              <a:defRPr sz="1200" b="0">
                <a:solidFill>
                  <a:srgbClr val="BDD0D5"/>
                </a:solidFill>
                <a:latin typeface="Aptos"/>
                <a:ea typeface="Aptos"/>
                <a:cs typeface="Aptos"/>
              </a:defRPr>
            </a:lvl7pPr>
            <a:lvl8pPr algn="l">
              <a:defRPr sz="1200" b="0">
                <a:solidFill>
                  <a:srgbClr val="BDD0D5"/>
                </a:solidFill>
                <a:latin typeface="Aptos"/>
                <a:ea typeface="Aptos"/>
                <a:cs typeface="Aptos"/>
              </a:defRPr>
            </a:lvl8pPr>
            <a:lvl9pPr algn="l">
              <a:defRPr sz="1200" b="0">
                <a:solidFill>
                  <a:srgbClr val="BDD0D5"/>
                </a:solidFill>
                <a:latin typeface="Aptos"/>
                <a:ea typeface="Aptos"/>
                <a:cs typeface="Aptos"/>
              </a:defRPr>
            </a:lvl9pPr>
          </a:lstStyle>
          <a:p xmlns:a="http://schemas.openxmlformats.org/drawingml/2006/main">
            <a:pPr algn="l">
              <a:defRPr sz="1200" b="0">
                <a:solidFill>
                  <a:srgbClr val="BDD0D5"/>
                </a:solidFill>
                <a:latin typeface="Aptos"/>
                <a:ea typeface="Aptos"/>
                <a:cs typeface="Aptos"/>
              </a:defRPr>
            </a:pPr>
            <a:r>
              <a:rPr sz="1200" b="0">
                <a:solidFill>
                  <a:srgbClr val="BDD0D5"/>
                </a:solidFill>
                <a:latin typeface="Aptos"/>
                <a:ea typeface="Aptos"/>
                <a:cs typeface="Aptos"/>
              </a:rPr>
              <a:t>Design of Smart Cities · VIT Vellore</a:t>
            </a:r>
          </a:p>
        </p:txBody>
      </p:sp>
    </p:spTree>
    <p:extLst>
      <p:ext uri="{BB962C8B-B14F-4D97-AF65-F5344CB8AC3E}">
        <p14:creationId xmlns:p14="http://schemas.microsoft.com/office/powerpoint/2010/main" val="2105181536"/>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8CB8783-3A8D-4321-83EA-72EAFE28D1A2}"/>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The challenge is uneven sensing quality</a:t>
            </a:r>
          </a:p>
        </p:txBody>
      </p:sp>
      <p:sp>
        <p:nvSpPr>
          <p:cNvPr id="2" name="">
            <a:extLst xmlns:a="http://schemas.openxmlformats.org/drawingml/2006/main">
              <a:ext uri="{FF2B5EF4-FFF2-40B4-BE49-F238E27FC236}">
                <a16:creationId xmlns:a16="http://schemas.microsoft.com/office/drawing/2014/main" id="{45C55904-37E9-40E3-8DC8-E46A3DC7A174}"/>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Can a shared model map pollution across locations with different sensor quality?</a:t>
            </a:r>
          </a:p>
        </p:txBody>
      </p:sp>
      <p:sp>
        <p:nvSpPr>
          <p:cNvPr id="3" name="">
            <a:extLst xmlns:a="http://schemas.openxmlformats.org/drawingml/2006/main">
              <a:ext uri="{FF2B5EF4-FFF2-40B4-BE49-F238E27FC236}">
                <a16:creationId xmlns:a16="http://schemas.microsoft.com/office/drawing/2014/main" id="{F46616E2-67EA-421C-84EF-F27D5DAFE8BD}"/>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02E123FD-E2FD-4251-898E-DD62B1C16538}"/>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28E8B0CC-AE8B-455D-8123-68D980086FFD}"/>
              </a:ext>
            </a:extLst>
          </p:cNvPr>
          <p:cNvSpPr>
            <a:spLocks xmlns:a="http://schemas.openxmlformats.org/drawingml/2006/main" noGrp="1"/>
          </p:cNvSpPr>
          <p:nvPr/>
        </p:nvSpPr>
        <p:spPr>
          <a:xfrm xmlns:a="http://schemas.openxmlformats.org/drawingml/2006/main">
            <a:off x="609600" y="2057400"/>
            <a:ext cx="5286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825" b="1">
                <a:solidFill>
                  <a:srgbClr val="173C4B"/>
                </a:solidFill>
                <a:latin typeface="Aptos"/>
                <a:ea typeface="Aptos"/>
                <a:cs typeface="Aptos"/>
              </a:defRPr>
            </a:defPPr>
            <a:lvl1pPr algn="l">
              <a:defRPr sz="3825" b="1">
                <a:solidFill>
                  <a:srgbClr val="173C4B"/>
                </a:solidFill>
                <a:latin typeface="Aptos"/>
                <a:ea typeface="Aptos"/>
                <a:cs typeface="Aptos"/>
              </a:defRPr>
            </a:lvl1pPr>
            <a:lvl2pPr algn="l">
              <a:defRPr sz="3825" b="1">
                <a:solidFill>
                  <a:srgbClr val="173C4B"/>
                </a:solidFill>
                <a:latin typeface="Aptos"/>
                <a:ea typeface="Aptos"/>
                <a:cs typeface="Aptos"/>
              </a:defRPr>
            </a:lvl2pPr>
            <a:lvl3pPr algn="l">
              <a:defRPr sz="3825" b="1">
                <a:solidFill>
                  <a:srgbClr val="173C4B"/>
                </a:solidFill>
                <a:latin typeface="Aptos"/>
                <a:ea typeface="Aptos"/>
                <a:cs typeface="Aptos"/>
              </a:defRPr>
            </a:lvl3pPr>
            <a:lvl4pPr algn="l">
              <a:defRPr sz="3825" b="1">
                <a:solidFill>
                  <a:srgbClr val="173C4B"/>
                </a:solidFill>
                <a:latin typeface="Aptos"/>
                <a:ea typeface="Aptos"/>
                <a:cs typeface="Aptos"/>
              </a:defRPr>
            </a:lvl4pPr>
            <a:lvl5pPr algn="l">
              <a:defRPr sz="3825" b="1">
                <a:solidFill>
                  <a:srgbClr val="173C4B"/>
                </a:solidFill>
                <a:latin typeface="Aptos"/>
                <a:ea typeface="Aptos"/>
                <a:cs typeface="Aptos"/>
              </a:defRPr>
            </a:lvl5pPr>
            <a:lvl6pPr algn="l">
              <a:defRPr sz="3825" b="1">
                <a:solidFill>
                  <a:srgbClr val="173C4B"/>
                </a:solidFill>
                <a:latin typeface="Aptos"/>
                <a:ea typeface="Aptos"/>
                <a:cs typeface="Aptos"/>
              </a:defRPr>
            </a:lvl6pPr>
            <a:lvl7pPr algn="l">
              <a:defRPr sz="3825" b="1">
                <a:solidFill>
                  <a:srgbClr val="173C4B"/>
                </a:solidFill>
                <a:latin typeface="Aptos"/>
                <a:ea typeface="Aptos"/>
                <a:cs typeface="Aptos"/>
              </a:defRPr>
            </a:lvl7pPr>
            <a:lvl8pPr algn="l">
              <a:defRPr sz="3825" b="1">
                <a:solidFill>
                  <a:srgbClr val="173C4B"/>
                </a:solidFill>
                <a:latin typeface="Aptos"/>
                <a:ea typeface="Aptos"/>
                <a:cs typeface="Aptos"/>
              </a:defRPr>
            </a:lvl8pPr>
            <a:lvl9pPr algn="l">
              <a:defRPr sz="3825" b="1">
                <a:solidFill>
                  <a:srgbClr val="173C4B"/>
                </a:solidFill>
                <a:latin typeface="Aptos"/>
                <a:ea typeface="Aptos"/>
                <a:cs typeface="Aptos"/>
              </a:defRPr>
            </a:lvl9pPr>
          </a:lstStyle>
          <a:p xmlns:a="http://schemas.openxmlformats.org/drawingml/2006/main">
            <a:pPr algn="l">
              <a:defRPr sz="3825" b="1">
                <a:solidFill>
                  <a:srgbClr val="173C4B"/>
                </a:solidFill>
                <a:latin typeface="Aptos"/>
                <a:ea typeface="Aptos"/>
                <a:cs typeface="Aptos"/>
              </a:defRPr>
            </a:pPr>
            <a:r>
              <a:rPr sz="3825" b="1">
                <a:solidFill>
                  <a:srgbClr val="173C4B"/>
                </a:solidFill>
                <a:latin typeface="Aptos"/>
                <a:ea typeface="Aptos"/>
                <a:cs typeface="Aptos"/>
              </a:rPr>
              <a:t>One city.</a:t>
            </a:r>
          </a:p>
          <a:p xmlns:a="http://schemas.openxmlformats.org/drawingml/2006/main">
            <a:pPr algn="l">
              <a:defRPr sz="3825" b="1">
                <a:solidFill>
                  <a:srgbClr val="173C4B"/>
                </a:solidFill>
                <a:latin typeface="Aptos"/>
                <a:ea typeface="Aptos"/>
                <a:cs typeface="Aptos"/>
              </a:defRPr>
            </a:pPr>
            <a:r>
              <a:rPr sz="3825" b="1">
                <a:solidFill>
                  <a:srgbClr val="173C4B"/>
                </a:solidFill>
                <a:latin typeface="Aptos"/>
                <a:ea typeface="Aptos"/>
                <a:cs typeface="Aptos"/>
              </a:rPr>
              <a:t>Different readings.</a:t>
            </a:r>
          </a:p>
        </p:txBody>
      </p:sp>
      <p:sp>
        <p:nvSpPr>
          <p:cNvPr id="6" name="">
            <a:extLst xmlns:a="http://schemas.openxmlformats.org/drawingml/2006/main">
              <a:ext uri="{FF2B5EF4-FFF2-40B4-BE49-F238E27FC236}">
                <a16:creationId xmlns:a16="http://schemas.microsoft.com/office/drawing/2014/main" id="{8C6F51C6-CBFB-4A68-B367-1AC677477A32}"/>
              </a:ext>
            </a:extLst>
          </p:cNvPr>
          <p:cNvSpPr>
            <a:spLocks xmlns:a="http://schemas.openxmlformats.org/drawingml/2006/main" noGrp="1"/>
          </p:cNvSpPr>
          <p:nvPr/>
        </p:nvSpPr>
        <p:spPr>
          <a:xfrm xmlns:a="http://schemas.openxmlformats.org/drawingml/2006/main">
            <a:off x="638175" y="3781425"/>
            <a:ext cx="471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5A6F76"/>
                </a:solidFill>
                <a:latin typeface="Aptos"/>
                <a:ea typeface="Aptos"/>
                <a:cs typeface="Aptos"/>
              </a:defRPr>
            </a:defPPr>
            <a:lvl1pPr algn="l">
              <a:defRPr sz="2100" b="0">
                <a:solidFill>
                  <a:srgbClr val="5A6F76"/>
                </a:solidFill>
                <a:latin typeface="Aptos"/>
                <a:ea typeface="Aptos"/>
                <a:cs typeface="Aptos"/>
              </a:defRPr>
            </a:lvl1pPr>
            <a:lvl2pPr algn="l">
              <a:defRPr sz="2100" b="0">
                <a:solidFill>
                  <a:srgbClr val="5A6F76"/>
                </a:solidFill>
                <a:latin typeface="Aptos"/>
                <a:ea typeface="Aptos"/>
                <a:cs typeface="Aptos"/>
              </a:defRPr>
            </a:lvl2pPr>
            <a:lvl3pPr algn="l">
              <a:defRPr sz="2100" b="0">
                <a:solidFill>
                  <a:srgbClr val="5A6F76"/>
                </a:solidFill>
                <a:latin typeface="Aptos"/>
                <a:ea typeface="Aptos"/>
                <a:cs typeface="Aptos"/>
              </a:defRPr>
            </a:lvl3pPr>
            <a:lvl4pPr algn="l">
              <a:defRPr sz="2100" b="0">
                <a:solidFill>
                  <a:srgbClr val="5A6F76"/>
                </a:solidFill>
                <a:latin typeface="Aptos"/>
                <a:ea typeface="Aptos"/>
                <a:cs typeface="Aptos"/>
              </a:defRPr>
            </a:lvl4pPr>
            <a:lvl5pPr algn="l">
              <a:defRPr sz="2100" b="0">
                <a:solidFill>
                  <a:srgbClr val="5A6F76"/>
                </a:solidFill>
                <a:latin typeface="Aptos"/>
                <a:ea typeface="Aptos"/>
                <a:cs typeface="Aptos"/>
              </a:defRPr>
            </a:lvl5pPr>
            <a:lvl6pPr algn="l">
              <a:defRPr sz="2100" b="0">
                <a:solidFill>
                  <a:srgbClr val="5A6F76"/>
                </a:solidFill>
                <a:latin typeface="Aptos"/>
                <a:ea typeface="Aptos"/>
                <a:cs typeface="Aptos"/>
              </a:defRPr>
            </a:lvl6pPr>
            <a:lvl7pPr algn="l">
              <a:defRPr sz="2100" b="0">
                <a:solidFill>
                  <a:srgbClr val="5A6F76"/>
                </a:solidFill>
                <a:latin typeface="Aptos"/>
                <a:ea typeface="Aptos"/>
                <a:cs typeface="Aptos"/>
              </a:defRPr>
            </a:lvl7pPr>
            <a:lvl8pPr algn="l">
              <a:defRPr sz="2100" b="0">
                <a:solidFill>
                  <a:srgbClr val="5A6F76"/>
                </a:solidFill>
                <a:latin typeface="Aptos"/>
                <a:ea typeface="Aptos"/>
                <a:cs typeface="Aptos"/>
              </a:defRPr>
            </a:lvl8pPr>
            <a:lvl9pPr algn="l">
              <a:defRPr sz="2100" b="0">
                <a:solidFill>
                  <a:srgbClr val="5A6F76"/>
                </a:solidFill>
                <a:latin typeface="Aptos"/>
                <a:ea typeface="Aptos"/>
                <a:cs typeface="Aptos"/>
              </a:defRPr>
            </a:lvl9pPr>
          </a:lstStyle>
          <a:p xmlns:a="http://schemas.openxmlformats.org/drawingml/2006/main">
            <a:pPr algn="l">
              <a:defRPr sz="2100" b="0">
                <a:solidFill>
                  <a:srgbClr val="5A6F76"/>
                </a:solidFill>
                <a:latin typeface="Aptos"/>
                <a:ea typeface="Aptos"/>
                <a:cs typeface="Aptos"/>
              </a:defRPr>
            </a:pPr>
            <a:r>
              <a:rPr sz="2100" b="0">
                <a:solidFill>
                  <a:srgbClr val="5A6F76"/>
                </a:solidFill>
                <a:latin typeface="Aptos"/>
                <a:ea typeface="Aptos"/>
                <a:cs typeface="Aptos"/>
              </a:rPr>
              <a:t>Bias, drift and missing hours can distort local models. Spatial coverage is also uneven.</a:t>
            </a:r>
          </a:p>
        </p:txBody>
      </p:sp>
      <p:sp>
        <p:nvSpPr>
          <p:cNvPr id="7" name="">
            <a:extLst xmlns:a="http://schemas.openxmlformats.org/drawingml/2006/main">
              <a:ext uri="{FF2B5EF4-FFF2-40B4-BE49-F238E27FC236}">
                <a16:creationId xmlns:a16="http://schemas.microsoft.com/office/drawing/2014/main" id="{D1A61790-3CB9-46C6-8072-94110FEE39CE}"/>
              </a:ext>
            </a:extLst>
          </p:cNvPr>
          <p:cNvSpPr>
            <a:spLocks xmlns:a="http://schemas.openxmlformats.org/drawingml/2006/main" noGrp="1"/>
          </p:cNvSpPr>
          <p:nvPr/>
        </p:nvSpPr>
        <p:spPr>
          <a:xfrm xmlns:a="http://schemas.openxmlformats.org/drawingml/2006/main">
            <a:off x="638175" y="5133975"/>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7775D"/>
                </a:solidFill>
                <a:latin typeface="Aptos"/>
                <a:ea typeface="Aptos"/>
                <a:cs typeface="Aptos"/>
              </a:defRPr>
            </a:defPPr>
            <a:lvl1pPr algn="l">
              <a:defRPr sz="1800" b="1">
                <a:solidFill>
                  <a:srgbClr val="27775D"/>
                </a:solidFill>
                <a:latin typeface="Aptos"/>
                <a:ea typeface="Aptos"/>
                <a:cs typeface="Aptos"/>
              </a:defRPr>
            </a:lvl1pPr>
            <a:lvl2pPr algn="l">
              <a:defRPr sz="1800" b="1">
                <a:solidFill>
                  <a:srgbClr val="27775D"/>
                </a:solidFill>
                <a:latin typeface="Aptos"/>
                <a:ea typeface="Aptos"/>
                <a:cs typeface="Aptos"/>
              </a:defRPr>
            </a:lvl2pPr>
            <a:lvl3pPr algn="l">
              <a:defRPr sz="1800" b="1">
                <a:solidFill>
                  <a:srgbClr val="27775D"/>
                </a:solidFill>
                <a:latin typeface="Aptos"/>
                <a:ea typeface="Aptos"/>
                <a:cs typeface="Aptos"/>
              </a:defRPr>
            </a:lvl3pPr>
            <a:lvl4pPr algn="l">
              <a:defRPr sz="1800" b="1">
                <a:solidFill>
                  <a:srgbClr val="27775D"/>
                </a:solidFill>
                <a:latin typeface="Aptos"/>
                <a:ea typeface="Aptos"/>
                <a:cs typeface="Aptos"/>
              </a:defRPr>
            </a:lvl4pPr>
            <a:lvl5pPr algn="l">
              <a:defRPr sz="1800" b="1">
                <a:solidFill>
                  <a:srgbClr val="27775D"/>
                </a:solidFill>
                <a:latin typeface="Aptos"/>
                <a:ea typeface="Aptos"/>
                <a:cs typeface="Aptos"/>
              </a:defRPr>
            </a:lvl5pPr>
            <a:lvl6pPr algn="l">
              <a:defRPr sz="1800" b="1">
                <a:solidFill>
                  <a:srgbClr val="27775D"/>
                </a:solidFill>
                <a:latin typeface="Aptos"/>
                <a:ea typeface="Aptos"/>
                <a:cs typeface="Aptos"/>
              </a:defRPr>
            </a:lvl6pPr>
            <a:lvl7pPr algn="l">
              <a:defRPr sz="1800" b="1">
                <a:solidFill>
                  <a:srgbClr val="27775D"/>
                </a:solidFill>
                <a:latin typeface="Aptos"/>
                <a:ea typeface="Aptos"/>
                <a:cs typeface="Aptos"/>
              </a:defRPr>
            </a:lvl7pPr>
            <a:lvl8pPr algn="l">
              <a:defRPr sz="1800" b="1">
                <a:solidFill>
                  <a:srgbClr val="27775D"/>
                </a:solidFill>
                <a:latin typeface="Aptos"/>
                <a:ea typeface="Aptos"/>
                <a:cs typeface="Aptos"/>
              </a:defRPr>
            </a:lvl8pPr>
            <a:lvl9pPr algn="l">
              <a:defRPr sz="1800" b="1">
                <a:solidFill>
                  <a:srgbClr val="27775D"/>
                </a:solidFill>
                <a:latin typeface="Aptos"/>
                <a:ea typeface="Aptos"/>
                <a:cs typeface="Aptos"/>
              </a:defRPr>
            </a:lvl9pPr>
          </a:lstStyle>
          <a:p xmlns:a="http://schemas.openxmlformats.org/drawingml/2006/main">
            <a:pPr algn="l">
              <a:defRPr sz="1800" b="1">
                <a:solidFill>
                  <a:srgbClr val="27775D"/>
                </a:solidFill>
                <a:latin typeface="Aptos"/>
                <a:ea typeface="Aptos"/>
                <a:cs typeface="Aptos"/>
              </a:defRPr>
            </a:pPr>
            <a:r>
              <a:rPr sz="1800" b="1">
                <a:solidFill>
                  <a:srgbClr val="27775D"/>
                </a:solidFill>
                <a:latin typeface="Aptos"/>
                <a:ea typeface="Aptos"/>
                <a:cs typeface="Aptos"/>
              </a:rPr>
              <a:t>Research question</a:t>
            </a:r>
          </a:p>
        </p:txBody>
      </p:sp>
      <p:sp>
        <p:nvSpPr>
          <p:cNvPr id="8" name="">
            <a:extLst xmlns:a="http://schemas.openxmlformats.org/drawingml/2006/main">
              <a:ext uri="{FF2B5EF4-FFF2-40B4-BE49-F238E27FC236}">
                <a16:creationId xmlns:a16="http://schemas.microsoft.com/office/drawing/2014/main" id="{70474335-D817-46C4-8C8F-052A2A2ADD3C}"/>
              </a:ext>
            </a:extLst>
          </p:cNvPr>
          <p:cNvSpPr>
            <a:spLocks xmlns:a="http://schemas.openxmlformats.org/drawingml/2006/main" noGrp="1"/>
          </p:cNvSpPr>
          <p:nvPr/>
        </p:nvSpPr>
        <p:spPr>
          <a:xfrm xmlns:a="http://schemas.openxmlformats.org/drawingml/2006/main">
            <a:off x="638175" y="55245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3C4B"/>
                </a:solidFill>
                <a:latin typeface="Aptos"/>
                <a:ea typeface="Aptos"/>
                <a:cs typeface="Aptos"/>
              </a:defRPr>
            </a:defPPr>
            <a:lvl1pPr algn="l">
              <a:defRPr sz="2025" b="0">
                <a:solidFill>
                  <a:srgbClr val="173C4B"/>
                </a:solidFill>
                <a:latin typeface="Aptos"/>
                <a:ea typeface="Aptos"/>
                <a:cs typeface="Aptos"/>
              </a:defRPr>
            </a:lvl1pPr>
            <a:lvl2pPr algn="l">
              <a:defRPr sz="2025" b="0">
                <a:solidFill>
                  <a:srgbClr val="173C4B"/>
                </a:solidFill>
                <a:latin typeface="Aptos"/>
                <a:ea typeface="Aptos"/>
                <a:cs typeface="Aptos"/>
              </a:defRPr>
            </a:lvl2pPr>
            <a:lvl3pPr algn="l">
              <a:defRPr sz="2025" b="0">
                <a:solidFill>
                  <a:srgbClr val="173C4B"/>
                </a:solidFill>
                <a:latin typeface="Aptos"/>
                <a:ea typeface="Aptos"/>
                <a:cs typeface="Aptos"/>
              </a:defRPr>
            </a:lvl3pPr>
            <a:lvl4pPr algn="l">
              <a:defRPr sz="2025" b="0">
                <a:solidFill>
                  <a:srgbClr val="173C4B"/>
                </a:solidFill>
                <a:latin typeface="Aptos"/>
                <a:ea typeface="Aptos"/>
                <a:cs typeface="Aptos"/>
              </a:defRPr>
            </a:lvl4pPr>
            <a:lvl5pPr algn="l">
              <a:defRPr sz="2025" b="0">
                <a:solidFill>
                  <a:srgbClr val="173C4B"/>
                </a:solidFill>
                <a:latin typeface="Aptos"/>
                <a:ea typeface="Aptos"/>
                <a:cs typeface="Aptos"/>
              </a:defRPr>
            </a:lvl5pPr>
            <a:lvl6pPr algn="l">
              <a:defRPr sz="2025" b="0">
                <a:solidFill>
                  <a:srgbClr val="173C4B"/>
                </a:solidFill>
                <a:latin typeface="Aptos"/>
                <a:ea typeface="Aptos"/>
                <a:cs typeface="Aptos"/>
              </a:defRPr>
            </a:lvl6pPr>
            <a:lvl7pPr algn="l">
              <a:defRPr sz="2025" b="0">
                <a:solidFill>
                  <a:srgbClr val="173C4B"/>
                </a:solidFill>
                <a:latin typeface="Aptos"/>
                <a:ea typeface="Aptos"/>
                <a:cs typeface="Aptos"/>
              </a:defRPr>
            </a:lvl7pPr>
            <a:lvl8pPr algn="l">
              <a:defRPr sz="2025" b="0">
                <a:solidFill>
                  <a:srgbClr val="173C4B"/>
                </a:solidFill>
                <a:latin typeface="Aptos"/>
                <a:ea typeface="Aptos"/>
                <a:cs typeface="Aptos"/>
              </a:defRPr>
            </a:lvl8pPr>
            <a:lvl9pPr algn="l">
              <a:defRPr sz="2025" b="0">
                <a:solidFill>
                  <a:srgbClr val="173C4B"/>
                </a:solidFill>
                <a:latin typeface="Aptos"/>
                <a:ea typeface="Aptos"/>
                <a:cs typeface="Aptos"/>
              </a:defRPr>
            </a:lvl9pPr>
          </a:lstStyle>
          <a:p xmlns:a="http://schemas.openxmlformats.org/drawingml/2006/main">
            <a:pPr algn="l">
              <a:defRPr sz="2025" b="0">
                <a:solidFill>
                  <a:srgbClr val="173C4B"/>
                </a:solidFill>
                <a:latin typeface="Aptos"/>
                <a:ea typeface="Aptos"/>
                <a:cs typeface="Aptos"/>
              </a:defRPr>
            </a:pPr>
            <a:r>
              <a:rPr sz="2025" b="0">
                <a:solidFill>
                  <a:srgbClr val="173C4B"/>
                </a:solidFill>
                <a:latin typeface="Aptos"/>
                <a:ea typeface="Aptos"/>
                <a:cs typeface="Aptos"/>
              </a:rPr>
              <a:t>Does co-location calibration improve</a:t>
            </a:r>
          </a:p>
          <a:p xmlns:a="http://schemas.openxmlformats.org/drawingml/2006/main">
            <a:pPr algn="l">
              <a:defRPr sz="2025" b="0">
                <a:solidFill>
                  <a:srgbClr val="173C4B"/>
                </a:solidFill>
                <a:latin typeface="Aptos"/>
                <a:ea typeface="Aptos"/>
                <a:cs typeface="Aptos"/>
              </a:defRPr>
            </a:pPr>
            <a:r>
              <a:rPr sz="2025" b="0">
                <a:solidFill>
                  <a:srgbClr val="173C4B"/>
                </a:solidFill>
                <a:latin typeface="Aptos"/>
                <a:ea typeface="Aptos"/>
                <a:cs typeface="Aptos"/>
              </a:rPr>
              <a:t>federated pollution prediction?</a:t>
            </a:r>
          </a:p>
        </p:txBody>
      </p:sp>
      <p:sp>
        <p:nvSpPr>
          <p:cNvPr id="9" name="">
            <a:extLst xmlns:a="http://schemas.openxmlformats.org/drawingml/2006/main">
              <a:ext uri="{FF2B5EF4-FFF2-40B4-BE49-F238E27FC236}">
                <a16:creationId xmlns:a16="http://schemas.microsoft.com/office/drawing/2014/main" id="{093540AB-53FC-4E9C-9DDC-C7F7220D18C7}"/>
              </a:ext>
            </a:extLst>
          </p:cNvPr>
          <p:cNvSpPr>
            <a:spLocks xmlns:a="http://schemas.openxmlformats.org/drawingml/2006/main" noGrp="1"/>
          </p:cNvSpPr>
          <p:nvPr/>
        </p:nvSpPr>
        <p:spPr>
          <a:xfrm xmlns:a="http://schemas.openxmlformats.org/drawingml/2006/main">
            <a:off x="6400800" y="20669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50" b="1">
                <a:solidFill>
                  <a:srgbClr val="27775D"/>
                </a:solidFill>
                <a:latin typeface="Aptos"/>
                <a:ea typeface="Aptos"/>
                <a:cs typeface="Aptos"/>
              </a:defRPr>
            </a:defPPr>
            <a:lvl1pPr algn="l">
              <a:defRPr sz="2850" b="1">
                <a:solidFill>
                  <a:srgbClr val="27775D"/>
                </a:solidFill>
                <a:latin typeface="Aptos"/>
                <a:ea typeface="Aptos"/>
                <a:cs typeface="Aptos"/>
              </a:defRPr>
            </a:lvl1pPr>
            <a:lvl2pPr algn="l">
              <a:defRPr sz="2850" b="1">
                <a:solidFill>
                  <a:srgbClr val="27775D"/>
                </a:solidFill>
                <a:latin typeface="Aptos"/>
                <a:ea typeface="Aptos"/>
                <a:cs typeface="Aptos"/>
              </a:defRPr>
            </a:lvl2pPr>
            <a:lvl3pPr algn="l">
              <a:defRPr sz="2850" b="1">
                <a:solidFill>
                  <a:srgbClr val="27775D"/>
                </a:solidFill>
                <a:latin typeface="Aptos"/>
                <a:ea typeface="Aptos"/>
                <a:cs typeface="Aptos"/>
              </a:defRPr>
            </a:lvl3pPr>
            <a:lvl4pPr algn="l">
              <a:defRPr sz="2850" b="1">
                <a:solidFill>
                  <a:srgbClr val="27775D"/>
                </a:solidFill>
                <a:latin typeface="Aptos"/>
                <a:ea typeface="Aptos"/>
                <a:cs typeface="Aptos"/>
              </a:defRPr>
            </a:lvl4pPr>
            <a:lvl5pPr algn="l">
              <a:defRPr sz="2850" b="1">
                <a:solidFill>
                  <a:srgbClr val="27775D"/>
                </a:solidFill>
                <a:latin typeface="Aptos"/>
                <a:ea typeface="Aptos"/>
                <a:cs typeface="Aptos"/>
              </a:defRPr>
            </a:lvl5pPr>
            <a:lvl6pPr algn="l">
              <a:defRPr sz="2850" b="1">
                <a:solidFill>
                  <a:srgbClr val="27775D"/>
                </a:solidFill>
                <a:latin typeface="Aptos"/>
                <a:ea typeface="Aptos"/>
                <a:cs typeface="Aptos"/>
              </a:defRPr>
            </a:lvl6pPr>
            <a:lvl7pPr algn="l">
              <a:defRPr sz="2850" b="1">
                <a:solidFill>
                  <a:srgbClr val="27775D"/>
                </a:solidFill>
                <a:latin typeface="Aptos"/>
                <a:ea typeface="Aptos"/>
                <a:cs typeface="Aptos"/>
              </a:defRPr>
            </a:lvl7pPr>
            <a:lvl8pPr algn="l">
              <a:defRPr sz="2850" b="1">
                <a:solidFill>
                  <a:srgbClr val="27775D"/>
                </a:solidFill>
                <a:latin typeface="Aptos"/>
                <a:ea typeface="Aptos"/>
                <a:cs typeface="Aptos"/>
              </a:defRPr>
            </a:lvl8pPr>
            <a:lvl9pPr algn="l">
              <a:defRPr sz="2850" b="1">
                <a:solidFill>
                  <a:srgbClr val="27775D"/>
                </a:solidFill>
                <a:latin typeface="Aptos"/>
                <a:ea typeface="Aptos"/>
                <a:cs typeface="Aptos"/>
              </a:defRPr>
            </a:lvl9pPr>
          </a:lstStyle>
          <a:p xmlns:a="http://schemas.openxmlformats.org/drawingml/2006/main">
            <a:pPr algn="l">
              <a:defRPr sz="2850" b="1">
                <a:solidFill>
                  <a:srgbClr val="27775D"/>
                </a:solidFill>
                <a:latin typeface="Aptos"/>
                <a:ea typeface="Aptos"/>
                <a:cs typeface="Aptos"/>
              </a:defRPr>
            </a:pPr>
            <a:r>
              <a:rPr sz="2850" b="1">
                <a:solidFill>
                  <a:srgbClr val="27775D"/>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A0819533-C24C-4C5E-B30D-71FE4696077A}"/>
              </a:ext>
            </a:extLst>
          </p:cNvPr>
          <p:cNvSpPr>
            <a:spLocks xmlns:a="http://schemas.openxmlformats.org/drawingml/2006/main" noGrp="1"/>
          </p:cNvSpPr>
          <p:nvPr/>
        </p:nvSpPr>
        <p:spPr>
          <a:xfrm xmlns:a="http://schemas.openxmlformats.org/drawingml/2006/main">
            <a:off x="7239000" y="20669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3C4B"/>
                </a:solidFill>
                <a:latin typeface="Aptos"/>
                <a:ea typeface="Aptos"/>
                <a:cs typeface="Aptos"/>
              </a:defRPr>
            </a:defPPr>
            <a:lvl1pPr algn="l">
              <a:defRPr sz="2175" b="1">
                <a:solidFill>
                  <a:srgbClr val="173C4B"/>
                </a:solidFill>
                <a:latin typeface="Aptos"/>
                <a:ea typeface="Aptos"/>
                <a:cs typeface="Aptos"/>
              </a:defRPr>
            </a:lvl1pPr>
            <a:lvl2pPr algn="l">
              <a:defRPr sz="2175" b="1">
                <a:solidFill>
                  <a:srgbClr val="173C4B"/>
                </a:solidFill>
                <a:latin typeface="Aptos"/>
                <a:ea typeface="Aptos"/>
                <a:cs typeface="Aptos"/>
              </a:defRPr>
            </a:lvl2pPr>
            <a:lvl3pPr algn="l">
              <a:defRPr sz="2175" b="1">
                <a:solidFill>
                  <a:srgbClr val="173C4B"/>
                </a:solidFill>
                <a:latin typeface="Aptos"/>
                <a:ea typeface="Aptos"/>
                <a:cs typeface="Aptos"/>
              </a:defRPr>
            </a:lvl3pPr>
            <a:lvl4pPr algn="l">
              <a:defRPr sz="2175" b="1">
                <a:solidFill>
                  <a:srgbClr val="173C4B"/>
                </a:solidFill>
                <a:latin typeface="Aptos"/>
                <a:ea typeface="Aptos"/>
                <a:cs typeface="Aptos"/>
              </a:defRPr>
            </a:lvl4pPr>
            <a:lvl5pPr algn="l">
              <a:defRPr sz="2175" b="1">
                <a:solidFill>
                  <a:srgbClr val="173C4B"/>
                </a:solidFill>
                <a:latin typeface="Aptos"/>
                <a:ea typeface="Aptos"/>
                <a:cs typeface="Aptos"/>
              </a:defRPr>
            </a:lvl5pPr>
            <a:lvl6pPr algn="l">
              <a:defRPr sz="2175" b="1">
                <a:solidFill>
                  <a:srgbClr val="173C4B"/>
                </a:solidFill>
                <a:latin typeface="Aptos"/>
                <a:ea typeface="Aptos"/>
                <a:cs typeface="Aptos"/>
              </a:defRPr>
            </a:lvl6pPr>
            <a:lvl7pPr algn="l">
              <a:defRPr sz="2175" b="1">
                <a:solidFill>
                  <a:srgbClr val="173C4B"/>
                </a:solidFill>
                <a:latin typeface="Aptos"/>
                <a:ea typeface="Aptos"/>
                <a:cs typeface="Aptos"/>
              </a:defRPr>
            </a:lvl7pPr>
            <a:lvl8pPr algn="l">
              <a:defRPr sz="2175" b="1">
                <a:solidFill>
                  <a:srgbClr val="173C4B"/>
                </a:solidFill>
                <a:latin typeface="Aptos"/>
                <a:ea typeface="Aptos"/>
                <a:cs typeface="Aptos"/>
              </a:defRPr>
            </a:lvl8pPr>
            <a:lvl9pPr algn="l">
              <a:defRPr sz="2175" b="1">
                <a:solidFill>
                  <a:srgbClr val="173C4B"/>
                </a:solidFill>
                <a:latin typeface="Aptos"/>
                <a:ea typeface="Aptos"/>
                <a:cs typeface="Aptos"/>
              </a:defRPr>
            </a:lvl9pPr>
          </a:lstStyle>
          <a:p xmlns:a="http://schemas.openxmlformats.org/drawingml/2006/main">
            <a:pPr algn="l">
              <a:defRPr sz="2175" b="1">
                <a:solidFill>
                  <a:srgbClr val="173C4B"/>
                </a:solidFill>
                <a:latin typeface="Aptos"/>
                <a:ea typeface="Aptos"/>
                <a:cs typeface="Aptos"/>
              </a:defRPr>
            </a:pPr>
            <a:r>
              <a:rPr sz="2175" b="1">
                <a:solidFill>
                  <a:srgbClr val="173C4B"/>
                </a:solidFill>
                <a:latin typeface="Aptos"/>
                <a:ea typeface="Aptos"/>
                <a:cs typeface="Aptos"/>
              </a:rPr>
              <a:t>Learn across clients</a:t>
            </a:r>
          </a:p>
        </p:txBody>
      </p:sp>
      <p:sp>
        <p:nvSpPr>
          <p:cNvPr id="11" name="">
            <a:extLst xmlns:a="http://schemas.openxmlformats.org/drawingml/2006/main">
              <a:ext uri="{FF2B5EF4-FFF2-40B4-BE49-F238E27FC236}">
                <a16:creationId xmlns:a16="http://schemas.microsoft.com/office/drawing/2014/main" id="{51F8992D-66B8-43BD-8251-C6B850F9647A}"/>
              </a:ext>
            </a:extLst>
          </p:cNvPr>
          <p:cNvSpPr>
            <a:spLocks xmlns:a="http://schemas.openxmlformats.org/drawingml/2006/main" noGrp="1"/>
          </p:cNvSpPr>
          <p:nvPr/>
        </p:nvSpPr>
        <p:spPr>
          <a:xfrm xmlns:a="http://schemas.openxmlformats.org/drawingml/2006/main">
            <a:off x="7239000" y="25241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A6F76"/>
                </a:solidFill>
                <a:latin typeface="Aptos"/>
                <a:ea typeface="Aptos"/>
                <a:cs typeface="Aptos"/>
              </a:defRPr>
            </a:defPPr>
            <a:lvl1pPr algn="l">
              <a:defRPr sz="1875" b="0">
                <a:solidFill>
                  <a:srgbClr val="5A6F76"/>
                </a:solidFill>
                <a:latin typeface="Aptos"/>
                <a:ea typeface="Aptos"/>
                <a:cs typeface="Aptos"/>
              </a:defRPr>
            </a:lvl1pPr>
            <a:lvl2pPr algn="l">
              <a:defRPr sz="1875" b="0">
                <a:solidFill>
                  <a:srgbClr val="5A6F76"/>
                </a:solidFill>
                <a:latin typeface="Aptos"/>
                <a:ea typeface="Aptos"/>
                <a:cs typeface="Aptos"/>
              </a:defRPr>
            </a:lvl2pPr>
            <a:lvl3pPr algn="l">
              <a:defRPr sz="1875" b="0">
                <a:solidFill>
                  <a:srgbClr val="5A6F76"/>
                </a:solidFill>
                <a:latin typeface="Aptos"/>
                <a:ea typeface="Aptos"/>
                <a:cs typeface="Aptos"/>
              </a:defRPr>
            </a:lvl3pPr>
            <a:lvl4pPr algn="l">
              <a:defRPr sz="1875" b="0">
                <a:solidFill>
                  <a:srgbClr val="5A6F76"/>
                </a:solidFill>
                <a:latin typeface="Aptos"/>
                <a:ea typeface="Aptos"/>
                <a:cs typeface="Aptos"/>
              </a:defRPr>
            </a:lvl4pPr>
            <a:lvl5pPr algn="l">
              <a:defRPr sz="1875" b="0">
                <a:solidFill>
                  <a:srgbClr val="5A6F76"/>
                </a:solidFill>
                <a:latin typeface="Aptos"/>
                <a:ea typeface="Aptos"/>
                <a:cs typeface="Aptos"/>
              </a:defRPr>
            </a:lvl5pPr>
            <a:lvl6pPr algn="l">
              <a:defRPr sz="1875" b="0">
                <a:solidFill>
                  <a:srgbClr val="5A6F76"/>
                </a:solidFill>
                <a:latin typeface="Aptos"/>
                <a:ea typeface="Aptos"/>
                <a:cs typeface="Aptos"/>
              </a:defRPr>
            </a:lvl6pPr>
            <a:lvl7pPr algn="l">
              <a:defRPr sz="1875" b="0">
                <a:solidFill>
                  <a:srgbClr val="5A6F76"/>
                </a:solidFill>
                <a:latin typeface="Aptos"/>
                <a:ea typeface="Aptos"/>
                <a:cs typeface="Aptos"/>
              </a:defRPr>
            </a:lvl7pPr>
            <a:lvl8pPr algn="l">
              <a:defRPr sz="1875" b="0">
                <a:solidFill>
                  <a:srgbClr val="5A6F76"/>
                </a:solidFill>
                <a:latin typeface="Aptos"/>
                <a:ea typeface="Aptos"/>
                <a:cs typeface="Aptos"/>
              </a:defRPr>
            </a:lvl8pPr>
            <a:lvl9pPr algn="l">
              <a:defRPr sz="1875" b="0">
                <a:solidFill>
                  <a:srgbClr val="5A6F76"/>
                </a:solidFill>
                <a:latin typeface="Aptos"/>
                <a:ea typeface="Aptos"/>
                <a:cs typeface="Aptos"/>
              </a:defRPr>
            </a:lvl9pPr>
          </a:lstStyle>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Keep aggregation inputs to model parameters and scalar weights.</a:t>
            </a:r>
          </a:p>
        </p:txBody>
      </p:sp>
      <p:sp>
        <p:nvSpPr>
          <p:cNvPr id="12" name="">
            <a:extLst xmlns:a="http://schemas.openxmlformats.org/drawingml/2006/main">
              <a:ext uri="{FF2B5EF4-FFF2-40B4-BE49-F238E27FC236}">
                <a16:creationId xmlns:a16="http://schemas.microsoft.com/office/drawing/2014/main" id="{FBFD7A24-5696-4915-8D04-5388C84AC6EC}"/>
              </a:ext>
            </a:extLst>
          </p:cNvPr>
          <p:cNvSpPr>
            <a:spLocks xmlns:a="http://schemas.openxmlformats.org/drawingml/2006/main" noGrp="1"/>
          </p:cNvSpPr>
          <p:nvPr/>
        </p:nvSpPr>
        <p:spPr>
          <a:xfrm xmlns:a="http://schemas.openxmlformats.org/drawingml/2006/main">
            <a:off x="6400800" y="34004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50" b="1">
                <a:solidFill>
                  <a:srgbClr val="27775D"/>
                </a:solidFill>
                <a:latin typeface="Aptos"/>
                <a:ea typeface="Aptos"/>
                <a:cs typeface="Aptos"/>
              </a:defRPr>
            </a:defPPr>
            <a:lvl1pPr algn="l">
              <a:defRPr sz="2850" b="1">
                <a:solidFill>
                  <a:srgbClr val="27775D"/>
                </a:solidFill>
                <a:latin typeface="Aptos"/>
                <a:ea typeface="Aptos"/>
                <a:cs typeface="Aptos"/>
              </a:defRPr>
            </a:lvl1pPr>
            <a:lvl2pPr algn="l">
              <a:defRPr sz="2850" b="1">
                <a:solidFill>
                  <a:srgbClr val="27775D"/>
                </a:solidFill>
                <a:latin typeface="Aptos"/>
                <a:ea typeface="Aptos"/>
                <a:cs typeface="Aptos"/>
              </a:defRPr>
            </a:lvl2pPr>
            <a:lvl3pPr algn="l">
              <a:defRPr sz="2850" b="1">
                <a:solidFill>
                  <a:srgbClr val="27775D"/>
                </a:solidFill>
                <a:latin typeface="Aptos"/>
                <a:ea typeface="Aptos"/>
                <a:cs typeface="Aptos"/>
              </a:defRPr>
            </a:lvl3pPr>
            <a:lvl4pPr algn="l">
              <a:defRPr sz="2850" b="1">
                <a:solidFill>
                  <a:srgbClr val="27775D"/>
                </a:solidFill>
                <a:latin typeface="Aptos"/>
                <a:ea typeface="Aptos"/>
                <a:cs typeface="Aptos"/>
              </a:defRPr>
            </a:lvl4pPr>
            <a:lvl5pPr algn="l">
              <a:defRPr sz="2850" b="1">
                <a:solidFill>
                  <a:srgbClr val="27775D"/>
                </a:solidFill>
                <a:latin typeface="Aptos"/>
                <a:ea typeface="Aptos"/>
                <a:cs typeface="Aptos"/>
              </a:defRPr>
            </a:lvl5pPr>
            <a:lvl6pPr algn="l">
              <a:defRPr sz="2850" b="1">
                <a:solidFill>
                  <a:srgbClr val="27775D"/>
                </a:solidFill>
                <a:latin typeface="Aptos"/>
                <a:ea typeface="Aptos"/>
                <a:cs typeface="Aptos"/>
              </a:defRPr>
            </a:lvl6pPr>
            <a:lvl7pPr algn="l">
              <a:defRPr sz="2850" b="1">
                <a:solidFill>
                  <a:srgbClr val="27775D"/>
                </a:solidFill>
                <a:latin typeface="Aptos"/>
                <a:ea typeface="Aptos"/>
                <a:cs typeface="Aptos"/>
              </a:defRPr>
            </a:lvl7pPr>
            <a:lvl8pPr algn="l">
              <a:defRPr sz="2850" b="1">
                <a:solidFill>
                  <a:srgbClr val="27775D"/>
                </a:solidFill>
                <a:latin typeface="Aptos"/>
                <a:ea typeface="Aptos"/>
                <a:cs typeface="Aptos"/>
              </a:defRPr>
            </a:lvl8pPr>
            <a:lvl9pPr algn="l">
              <a:defRPr sz="2850" b="1">
                <a:solidFill>
                  <a:srgbClr val="27775D"/>
                </a:solidFill>
                <a:latin typeface="Aptos"/>
                <a:ea typeface="Aptos"/>
                <a:cs typeface="Aptos"/>
              </a:defRPr>
            </a:lvl9pPr>
          </a:lstStyle>
          <a:p xmlns:a="http://schemas.openxmlformats.org/drawingml/2006/main">
            <a:pPr algn="l">
              <a:defRPr sz="2850" b="1">
                <a:solidFill>
                  <a:srgbClr val="27775D"/>
                </a:solidFill>
                <a:latin typeface="Aptos"/>
                <a:ea typeface="Aptos"/>
                <a:cs typeface="Aptos"/>
              </a:defRPr>
            </a:pPr>
            <a:r>
              <a:rPr sz="2850" b="1">
                <a:solidFill>
                  <a:srgbClr val="27775D"/>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11CBF890-17BB-4D2E-B0FE-975E093E185F}"/>
              </a:ext>
            </a:extLst>
          </p:cNvPr>
          <p:cNvSpPr>
            <a:spLocks xmlns:a="http://schemas.openxmlformats.org/drawingml/2006/main" noGrp="1"/>
          </p:cNvSpPr>
          <p:nvPr/>
        </p:nvSpPr>
        <p:spPr>
          <a:xfrm xmlns:a="http://schemas.openxmlformats.org/drawingml/2006/main">
            <a:off x="7239000" y="34004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3C4B"/>
                </a:solidFill>
                <a:latin typeface="Aptos"/>
                <a:ea typeface="Aptos"/>
                <a:cs typeface="Aptos"/>
              </a:defRPr>
            </a:defPPr>
            <a:lvl1pPr algn="l">
              <a:defRPr sz="2175" b="1">
                <a:solidFill>
                  <a:srgbClr val="173C4B"/>
                </a:solidFill>
                <a:latin typeface="Aptos"/>
                <a:ea typeface="Aptos"/>
                <a:cs typeface="Aptos"/>
              </a:defRPr>
            </a:lvl1pPr>
            <a:lvl2pPr algn="l">
              <a:defRPr sz="2175" b="1">
                <a:solidFill>
                  <a:srgbClr val="173C4B"/>
                </a:solidFill>
                <a:latin typeface="Aptos"/>
                <a:ea typeface="Aptos"/>
                <a:cs typeface="Aptos"/>
              </a:defRPr>
            </a:lvl2pPr>
            <a:lvl3pPr algn="l">
              <a:defRPr sz="2175" b="1">
                <a:solidFill>
                  <a:srgbClr val="173C4B"/>
                </a:solidFill>
                <a:latin typeface="Aptos"/>
                <a:ea typeface="Aptos"/>
                <a:cs typeface="Aptos"/>
              </a:defRPr>
            </a:lvl3pPr>
            <a:lvl4pPr algn="l">
              <a:defRPr sz="2175" b="1">
                <a:solidFill>
                  <a:srgbClr val="173C4B"/>
                </a:solidFill>
                <a:latin typeface="Aptos"/>
                <a:ea typeface="Aptos"/>
                <a:cs typeface="Aptos"/>
              </a:defRPr>
            </a:lvl4pPr>
            <a:lvl5pPr algn="l">
              <a:defRPr sz="2175" b="1">
                <a:solidFill>
                  <a:srgbClr val="173C4B"/>
                </a:solidFill>
                <a:latin typeface="Aptos"/>
                <a:ea typeface="Aptos"/>
                <a:cs typeface="Aptos"/>
              </a:defRPr>
            </a:lvl5pPr>
            <a:lvl6pPr algn="l">
              <a:defRPr sz="2175" b="1">
                <a:solidFill>
                  <a:srgbClr val="173C4B"/>
                </a:solidFill>
                <a:latin typeface="Aptos"/>
                <a:ea typeface="Aptos"/>
                <a:cs typeface="Aptos"/>
              </a:defRPr>
            </a:lvl6pPr>
            <a:lvl7pPr algn="l">
              <a:defRPr sz="2175" b="1">
                <a:solidFill>
                  <a:srgbClr val="173C4B"/>
                </a:solidFill>
                <a:latin typeface="Aptos"/>
                <a:ea typeface="Aptos"/>
                <a:cs typeface="Aptos"/>
              </a:defRPr>
            </a:lvl7pPr>
            <a:lvl8pPr algn="l">
              <a:defRPr sz="2175" b="1">
                <a:solidFill>
                  <a:srgbClr val="173C4B"/>
                </a:solidFill>
                <a:latin typeface="Aptos"/>
                <a:ea typeface="Aptos"/>
                <a:cs typeface="Aptos"/>
              </a:defRPr>
            </a:lvl8pPr>
            <a:lvl9pPr algn="l">
              <a:defRPr sz="2175" b="1">
                <a:solidFill>
                  <a:srgbClr val="173C4B"/>
                </a:solidFill>
                <a:latin typeface="Aptos"/>
                <a:ea typeface="Aptos"/>
                <a:cs typeface="Aptos"/>
              </a:defRPr>
            </a:lvl9pPr>
          </a:lstStyle>
          <a:p xmlns:a="http://schemas.openxmlformats.org/drawingml/2006/main">
            <a:pPr algn="l">
              <a:defRPr sz="2175" b="1">
                <a:solidFill>
                  <a:srgbClr val="173C4B"/>
                </a:solidFill>
                <a:latin typeface="Aptos"/>
                <a:ea typeface="Aptos"/>
                <a:cs typeface="Aptos"/>
              </a:defRPr>
            </a:pPr>
            <a:r>
              <a:rPr sz="2175" b="1">
                <a:solidFill>
                  <a:srgbClr val="173C4B"/>
                </a:solidFill>
                <a:latin typeface="Aptos"/>
                <a:ea typeface="Aptos"/>
                <a:cs typeface="Aptos"/>
              </a:rPr>
              <a:t>Test unseen locations</a:t>
            </a:r>
          </a:p>
        </p:txBody>
      </p:sp>
      <p:sp>
        <p:nvSpPr>
          <p:cNvPr id="14" name="">
            <a:extLst xmlns:a="http://schemas.openxmlformats.org/drawingml/2006/main">
              <a:ext uri="{FF2B5EF4-FFF2-40B4-BE49-F238E27FC236}">
                <a16:creationId xmlns:a16="http://schemas.microsoft.com/office/drawing/2014/main" id="{932458C1-BC42-4CAA-A779-B983D4590D47}"/>
              </a:ext>
            </a:extLst>
          </p:cNvPr>
          <p:cNvSpPr>
            <a:spLocks xmlns:a="http://schemas.openxmlformats.org/drawingml/2006/main" noGrp="1"/>
          </p:cNvSpPr>
          <p:nvPr/>
        </p:nvSpPr>
        <p:spPr>
          <a:xfrm xmlns:a="http://schemas.openxmlformats.org/drawingml/2006/main">
            <a:off x="7239000" y="38576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A6F76"/>
                </a:solidFill>
                <a:latin typeface="Aptos"/>
                <a:ea typeface="Aptos"/>
                <a:cs typeface="Aptos"/>
              </a:defRPr>
            </a:defPPr>
            <a:lvl1pPr algn="l">
              <a:defRPr sz="1875" b="0">
                <a:solidFill>
                  <a:srgbClr val="5A6F76"/>
                </a:solidFill>
                <a:latin typeface="Aptos"/>
                <a:ea typeface="Aptos"/>
                <a:cs typeface="Aptos"/>
              </a:defRPr>
            </a:lvl1pPr>
            <a:lvl2pPr algn="l">
              <a:defRPr sz="1875" b="0">
                <a:solidFill>
                  <a:srgbClr val="5A6F76"/>
                </a:solidFill>
                <a:latin typeface="Aptos"/>
                <a:ea typeface="Aptos"/>
                <a:cs typeface="Aptos"/>
              </a:defRPr>
            </a:lvl2pPr>
            <a:lvl3pPr algn="l">
              <a:defRPr sz="1875" b="0">
                <a:solidFill>
                  <a:srgbClr val="5A6F76"/>
                </a:solidFill>
                <a:latin typeface="Aptos"/>
                <a:ea typeface="Aptos"/>
                <a:cs typeface="Aptos"/>
              </a:defRPr>
            </a:lvl3pPr>
            <a:lvl4pPr algn="l">
              <a:defRPr sz="1875" b="0">
                <a:solidFill>
                  <a:srgbClr val="5A6F76"/>
                </a:solidFill>
                <a:latin typeface="Aptos"/>
                <a:ea typeface="Aptos"/>
                <a:cs typeface="Aptos"/>
              </a:defRPr>
            </a:lvl4pPr>
            <a:lvl5pPr algn="l">
              <a:defRPr sz="1875" b="0">
                <a:solidFill>
                  <a:srgbClr val="5A6F76"/>
                </a:solidFill>
                <a:latin typeface="Aptos"/>
                <a:ea typeface="Aptos"/>
                <a:cs typeface="Aptos"/>
              </a:defRPr>
            </a:lvl5pPr>
            <a:lvl6pPr algn="l">
              <a:defRPr sz="1875" b="0">
                <a:solidFill>
                  <a:srgbClr val="5A6F76"/>
                </a:solidFill>
                <a:latin typeface="Aptos"/>
                <a:ea typeface="Aptos"/>
                <a:cs typeface="Aptos"/>
              </a:defRPr>
            </a:lvl6pPr>
            <a:lvl7pPr algn="l">
              <a:defRPr sz="1875" b="0">
                <a:solidFill>
                  <a:srgbClr val="5A6F76"/>
                </a:solidFill>
                <a:latin typeface="Aptos"/>
                <a:ea typeface="Aptos"/>
                <a:cs typeface="Aptos"/>
              </a:defRPr>
            </a:lvl7pPr>
            <a:lvl8pPr algn="l">
              <a:defRPr sz="1875" b="0">
                <a:solidFill>
                  <a:srgbClr val="5A6F76"/>
                </a:solidFill>
                <a:latin typeface="Aptos"/>
                <a:ea typeface="Aptos"/>
                <a:cs typeface="Aptos"/>
              </a:defRPr>
            </a:lvl8pPr>
            <a:lvl9pPr algn="l">
              <a:defRPr sz="1875" b="0">
                <a:solidFill>
                  <a:srgbClr val="5A6F76"/>
                </a:solidFill>
                <a:latin typeface="Aptos"/>
                <a:ea typeface="Aptos"/>
                <a:cs typeface="Aptos"/>
              </a:defRPr>
            </a:lvl9pPr>
          </a:lstStyle>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Separate spatial mapping from known-station forecasting.</a:t>
            </a:r>
          </a:p>
        </p:txBody>
      </p:sp>
      <p:sp>
        <p:nvSpPr>
          <p:cNvPr id="15" name="">
            <a:extLst xmlns:a="http://schemas.openxmlformats.org/drawingml/2006/main">
              <a:ext uri="{FF2B5EF4-FFF2-40B4-BE49-F238E27FC236}">
                <a16:creationId xmlns:a16="http://schemas.microsoft.com/office/drawing/2014/main" id="{94B607F8-1771-4586-9607-A38104C5870A}"/>
              </a:ext>
            </a:extLst>
          </p:cNvPr>
          <p:cNvSpPr>
            <a:spLocks xmlns:a="http://schemas.openxmlformats.org/drawingml/2006/main" noGrp="1"/>
          </p:cNvSpPr>
          <p:nvPr/>
        </p:nvSpPr>
        <p:spPr>
          <a:xfrm xmlns:a="http://schemas.openxmlformats.org/drawingml/2006/main">
            <a:off x="6400800" y="47339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50" b="1">
                <a:solidFill>
                  <a:srgbClr val="27775D"/>
                </a:solidFill>
                <a:latin typeface="Aptos"/>
                <a:ea typeface="Aptos"/>
                <a:cs typeface="Aptos"/>
              </a:defRPr>
            </a:defPPr>
            <a:lvl1pPr algn="l">
              <a:defRPr sz="2850" b="1">
                <a:solidFill>
                  <a:srgbClr val="27775D"/>
                </a:solidFill>
                <a:latin typeface="Aptos"/>
                <a:ea typeface="Aptos"/>
                <a:cs typeface="Aptos"/>
              </a:defRPr>
            </a:lvl1pPr>
            <a:lvl2pPr algn="l">
              <a:defRPr sz="2850" b="1">
                <a:solidFill>
                  <a:srgbClr val="27775D"/>
                </a:solidFill>
                <a:latin typeface="Aptos"/>
                <a:ea typeface="Aptos"/>
                <a:cs typeface="Aptos"/>
              </a:defRPr>
            </a:lvl2pPr>
            <a:lvl3pPr algn="l">
              <a:defRPr sz="2850" b="1">
                <a:solidFill>
                  <a:srgbClr val="27775D"/>
                </a:solidFill>
                <a:latin typeface="Aptos"/>
                <a:ea typeface="Aptos"/>
                <a:cs typeface="Aptos"/>
              </a:defRPr>
            </a:lvl3pPr>
            <a:lvl4pPr algn="l">
              <a:defRPr sz="2850" b="1">
                <a:solidFill>
                  <a:srgbClr val="27775D"/>
                </a:solidFill>
                <a:latin typeface="Aptos"/>
                <a:ea typeface="Aptos"/>
                <a:cs typeface="Aptos"/>
              </a:defRPr>
            </a:lvl4pPr>
            <a:lvl5pPr algn="l">
              <a:defRPr sz="2850" b="1">
                <a:solidFill>
                  <a:srgbClr val="27775D"/>
                </a:solidFill>
                <a:latin typeface="Aptos"/>
                <a:ea typeface="Aptos"/>
                <a:cs typeface="Aptos"/>
              </a:defRPr>
            </a:lvl5pPr>
            <a:lvl6pPr algn="l">
              <a:defRPr sz="2850" b="1">
                <a:solidFill>
                  <a:srgbClr val="27775D"/>
                </a:solidFill>
                <a:latin typeface="Aptos"/>
                <a:ea typeface="Aptos"/>
                <a:cs typeface="Aptos"/>
              </a:defRPr>
            </a:lvl6pPr>
            <a:lvl7pPr algn="l">
              <a:defRPr sz="2850" b="1">
                <a:solidFill>
                  <a:srgbClr val="27775D"/>
                </a:solidFill>
                <a:latin typeface="Aptos"/>
                <a:ea typeface="Aptos"/>
                <a:cs typeface="Aptos"/>
              </a:defRPr>
            </a:lvl7pPr>
            <a:lvl8pPr algn="l">
              <a:defRPr sz="2850" b="1">
                <a:solidFill>
                  <a:srgbClr val="27775D"/>
                </a:solidFill>
                <a:latin typeface="Aptos"/>
                <a:ea typeface="Aptos"/>
                <a:cs typeface="Aptos"/>
              </a:defRPr>
            </a:lvl8pPr>
            <a:lvl9pPr algn="l">
              <a:defRPr sz="2850" b="1">
                <a:solidFill>
                  <a:srgbClr val="27775D"/>
                </a:solidFill>
                <a:latin typeface="Aptos"/>
                <a:ea typeface="Aptos"/>
                <a:cs typeface="Aptos"/>
              </a:defRPr>
            </a:lvl9pPr>
          </a:lstStyle>
          <a:p xmlns:a="http://schemas.openxmlformats.org/drawingml/2006/main">
            <a:pPr algn="l">
              <a:defRPr sz="2850" b="1">
                <a:solidFill>
                  <a:srgbClr val="27775D"/>
                </a:solidFill>
                <a:latin typeface="Aptos"/>
                <a:ea typeface="Aptos"/>
                <a:cs typeface="Aptos"/>
              </a:defRPr>
            </a:pPr>
            <a:r>
              <a:rPr sz="2850" b="1">
                <a:solidFill>
                  <a:srgbClr val="27775D"/>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C62C00BA-8EF0-49CB-8035-05ED2FA3FC20}"/>
              </a:ext>
            </a:extLst>
          </p:cNvPr>
          <p:cNvSpPr>
            <a:spLocks xmlns:a="http://schemas.openxmlformats.org/drawingml/2006/main" noGrp="1"/>
          </p:cNvSpPr>
          <p:nvPr/>
        </p:nvSpPr>
        <p:spPr>
          <a:xfrm xmlns:a="http://schemas.openxmlformats.org/drawingml/2006/main">
            <a:off x="7239000" y="47339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3C4B"/>
                </a:solidFill>
                <a:latin typeface="Aptos"/>
                <a:ea typeface="Aptos"/>
                <a:cs typeface="Aptos"/>
              </a:defRPr>
            </a:defPPr>
            <a:lvl1pPr algn="l">
              <a:defRPr sz="2175" b="1">
                <a:solidFill>
                  <a:srgbClr val="173C4B"/>
                </a:solidFill>
                <a:latin typeface="Aptos"/>
                <a:ea typeface="Aptos"/>
                <a:cs typeface="Aptos"/>
              </a:defRPr>
            </a:lvl1pPr>
            <a:lvl2pPr algn="l">
              <a:defRPr sz="2175" b="1">
                <a:solidFill>
                  <a:srgbClr val="173C4B"/>
                </a:solidFill>
                <a:latin typeface="Aptos"/>
                <a:ea typeface="Aptos"/>
                <a:cs typeface="Aptos"/>
              </a:defRPr>
            </a:lvl2pPr>
            <a:lvl3pPr algn="l">
              <a:defRPr sz="2175" b="1">
                <a:solidFill>
                  <a:srgbClr val="173C4B"/>
                </a:solidFill>
                <a:latin typeface="Aptos"/>
                <a:ea typeface="Aptos"/>
                <a:cs typeface="Aptos"/>
              </a:defRPr>
            </a:lvl3pPr>
            <a:lvl4pPr algn="l">
              <a:defRPr sz="2175" b="1">
                <a:solidFill>
                  <a:srgbClr val="173C4B"/>
                </a:solidFill>
                <a:latin typeface="Aptos"/>
                <a:ea typeface="Aptos"/>
                <a:cs typeface="Aptos"/>
              </a:defRPr>
            </a:lvl4pPr>
            <a:lvl5pPr algn="l">
              <a:defRPr sz="2175" b="1">
                <a:solidFill>
                  <a:srgbClr val="173C4B"/>
                </a:solidFill>
                <a:latin typeface="Aptos"/>
                <a:ea typeface="Aptos"/>
                <a:cs typeface="Aptos"/>
              </a:defRPr>
            </a:lvl5pPr>
            <a:lvl6pPr algn="l">
              <a:defRPr sz="2175" b="1">
                <a:solidFill>
                  <a:srgbClr val="173C4B"/>
                </a:solidFill>
                <a:latin typeface="Aptos"/>
                <a:ea typeface="Aptos"/>
                <a:cs typeface="Aptos"/>
              </a:defRPr>
            </a:lvl6pPr>
            <a:lvl7pPr algn="l">
              <a:defRPr sz="2175" b="1">
                <a:solidFill>
                  <a:srgbClr val="173C4B"/>
                </a:solidFill>
                <a:latin typeface="Aptos"/>
                <a:ea typeface="Aptos"/>
                <a:cs typeface="Aptos"/>
              </a:defRPr>
            </a:lvl7pPr>
            <a:lvl8pPr algn="l">
              <a:defRPr sz="2175" b="1">
                <a:solidFill>
                  <a:srgbClr val="173C4B"/>
                </a:solidFill>
                <a:latin typeface="Aptos"/>
                <a:ea typeface="Aptos"/>
                <a:cs typeface="Aptos"/>
              </a:defRPr>
            </a:lvl8pPr>
            <a:lvl9pPr algn="l">
              <a:defRPr sz="2175" b="1">
                <a:solidFill>
                  <a:srgbClr val="173C4B"/>
                </a:solidFill>
                <a:latin typeface="Aptos"/>
                <a:ea typeface="Aptos"/>
                <a:cs typeface="Aptos"/>
              </a:defRPr>
            </a:lvl9pPr>
          </a:lstStyle>
          <a:p xmlns:a="http://schemas.openxmlformats.org/drawingml/2006/main">
            <a:pPr algn="l">
              <a:defRPr sz="2175" b="1">
                <a:solidFill>
                  <a:srgbClr val="173C4B"/>
                </a:solidFill>
                <a:latin typeface="Aptos"/>
                <a:ea typeface="Aptos"/>
                <a:cs typeface="Aptos"/>
              </a:defRPr>
            </a:pPr>
            <a:r>
              <a:rPr sz="2175" b="1">
                <a:solidFill>
                  <a:srgbClr val="173C4B"/>
                </a:solidFill>
                <a:latin typeface="Aptos"/>
                <a:ea typeface="Aptos"/>
                <a:cs typeface="Aptos"/>
              </a:rPr>
              <a:t>Measure the tradeoffs</a:t>
            </a:r>
          </a:p>
        </p:txBody>
      </p:sp>
      <p:sp>
        <p:nvSpPr>
          <p:cNvPr id="17" name="">
            <a:extLst xmlns:a="http://schemas.openxmlformats.org/drawingml/2006/main">
              <a:ext uri="{FF2B5EF4-FFF2-40B4-BE49-F238E27FC236}">
                <a16:creationId xmlns:a16="http://schemas.microsoft.com/office/drawing/2014/main" id="{B6E87F1B-32C6-4D73-8122-769A736745DB}"/>
              </a:ext>
            </a:extLst>
          </p:cNvPr>
          <p:cNvSpPr>
            <a:spLocks xmlns:a="http://schemas.openxmlformats.org/drawingml/2006/main" noGrp="1"/>
          </p:cNvSpPr>
          <p:nvPr/>
        </p:nvSpPr>
        <p:spPr>
          <a:xfrm xmlns:a="http://schemas.openxmlformats.org/drawingml/2006/main">
            <a:off x="7239000" y="51911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A6F76"/>
                </a:solidFill>
                <a:latin typeface="Aptos"/>
                <a:ea typeface="Aptos"/>
                <a:cs typeface="Aptos"/>
              </a:defRPr>
            </a:defPPr>
            <a:lvl1pPr algn="l">
              <a:defRPr sz="1875" b="0">
                <a:solidFill>
                  <a:srgbClr val="5A6F76"/>
                </a:solidFill>
                <a:latin typeface="Aptos"/>
                <a:ea typeface="Aptos"/>
                <a:cs typeface="Aptos"/>
              </a:defRPr>
            </a:lvl1pPr>
            <a:lvl2pPr algn="l">
              <a:defRPr sz="1875" b="0">
                <a:solidFill>
                  <a:srgbClr val="5A6F76"/>
                </a:solidFill>
                <a:latin typeface="Aptos"/>
                <a:ea typeface="Aptos"/>
                <a:cs typeface="Aptos"/>
              </a:defRPr>
            </a:lvl2pPr>
            <a:lvl3pPr algn="l">
              <a:defRPr sz="1875" b="0">
                <a:solidFill>
                  <a:srgbClr val="5A6F76"/>
                </a:solidFill>
                <a:latin typeface="Aptos"/>
                <a:ea typeface="Aptos"/>
                <a:cs typeface="Aptos"/>
              </a:defRPr>
            </a:lvl3pPr>
            <a:lvl4pPr algn="l">
              <a:defRPr sz="1875" b="0">
                <a:solidFill>
                  <a:srgbClr val="5A6F76"/>
                </a:solidFill>
                <a:latin typeface="Aptos"/>
                <a:ea typeface="Aptos"/>
                <a:cs typeface="Aptos"/>
              </a:defRPr>
            </a:lvl4pPr>
            <a:lvl5pPr algn="l">
              <a:defRPr sz="1875" b="0">
                <a:solidFill>
                  <a:srgbClr val="5A6F76"/>
                </a:solidFill>
                <a:latin typeface="Aptos"/>
                <a:ea typeface="Aptos"/>
                <a:cs typeface="Aptos"/>
              </a:defRPr>
            </a:lvl5pPr>
            <a:lvl6pPr algn="l">
              <a:defRPr sz="1875" b="0">
                <a:solidFill>
                  <a:srgbClr val="5A6F76"/>
                </a:solidFill>
                <a:latin typeface="Aptos"/>
                <a:ea typeface="Aptos"/>
                <a:cs typeface="Aptos"/>
              </a:defRPr>
            </a:lvl6pPr>
            <a:lvl7pPr algn="l">
              <a:defRPr sz="1875" b="0">
                <a:solidFill>
                  <a:srgbClr val="5A6F76"/>
                </a:solidFill>
                <a:latin typeface="Aptos"/>
                <a:ea typeface="Aptos"/>
                <a:cs typeface="Aptos"/>
              </a:defRPr>
            </a:lvl7pPr>
            <a:lvl8pPr algn="l">
              <a:defRPr sz="1875" b="0">
                <a:solidFill>
                  <a:srgbClr val="5A6F76"/>
                </a:solidFill>
                <a:latin typeface="Aptos"/>
                <a:ea typeface="Aptos"/>
                <a:cs typeface="Aptos"/>
              </a:defRPr>
            </a:lvl8pPr>
            <a:lvl9pPr algn="l">
              <a:defRPr sz="1875" b="0">
                <a:solidFill>
                  <a:srgbClr val="5A6F76"/>
                </a:solidFill>
                <a:latin typeface="Aptos"/>
                <a:ea typeface="Aptos"/>
                <a:cs typeface="Aptos"/>
              </a:defRPr>
            </a:lvl9pPr>
          </a:lstStyle>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Compare accuracy, robustness, privacy probe and communication.</a:t>
            </a:r>
          </a:p>
        </p:txBody>
      </p:sp>
    </p:spTree>
    <p:extLst>
      <p:ext uri="{BB962C8B-B14F-4D97-AF65-F5344CB8AC3E}">
        <p14:creationId xmlns:p14="http://schemas.microsoft.com/office/powerpoint/2010/main" val="1975515365"/>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6D5F83-A493-457A-B1BB-0F89195EE50C}"/>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Real public observations, with distinct roles</a:t>
            </a:r>
          </a:p>
        </p:txBody>
      </p:sp>
      <p:sp>
        <p:nvSpPr>
          <p:cNvPr id="2" name="">
            <a:extLst xmlns:a="http://schemas.openxmlformats.org/drawingml/2006/main">
              <a:ext uri="{FF2B5EF4-FFF2-40B4-BE49-F238E27FC236}">
                <a16:creationId xmlns:a16="http://schemas.microsoft.com/office/drawing/2014/main" id="{E62F61DE-E1CD-4D18-9FF5-6D9A7FBE2D15}"/>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All source snapshots, attribution and checksums are retained for submission.</a:t>
            </a:r>
          </a:p>
        </p:txBody>
      </p:sp>
      <p:sp>
        <p:nvSpPr>
          <p:cNvPr id="3" name="">
            <a:extLst xmlns:a="http://schemas.openxmlformats.org/drawingml/2006/main">
              <a:ext uri="{FF2B5EF4-FFF2-40B4-BE49-F238E27FC236}">
                <a16:creationId xmlns:a16="http://schemas.microsoft.com/office/drawing/2014/main" id="{58E1D57D-9AC2-42DE-A7F1-FEF5EB703961}"/>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9FC3862E-D573-489D-BD96-52215CBD511E}"/>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03</a:t>
            </a:r>
          </a:p>
        </p:txBody>
      </p:sp>
      <p:graphicFrame>
        <p:nvGraphicFramePr>
          <p:cNvPr id="5" name="">
            <a:extLst xmlns:a="http://schemas.openxmlformats.org/drawingml/2006/main">
              <a:ext uri="{FF2B5EF4-FFF2-40B4-BE49-F238E27FC236}">
                <a16:creationId xmlns:a16="http://schemas.microsoft.com/office/drawing/2014/main" id="{05CE2D4A-7F5E-49C6-ABBC-E631A773C134}"/>
              </a:ext>
            </a:extLst>
          </p:cNvPr>
          <p:cNvGraphicFramePr/>
          <p:nvPr/>
        </p:nvGraphicFramePr>
        <p:xfrm>
          <a:off xmlns:a="http://schemas.openxmlformats.org/drawingml/2006/main" x="609600" y="2009775"/>
          <a:ext xmlns:a="http://schemas.openxmlformats.org/drawingml/2006/main" cx="10972800" cy="2857500"/>
        </p:xfrm>
        <a:graphic xmlns:a="http://schemas.openxmlformats.org/drawingml/2006/main">
          <a:graphicData uri="http://schemas.openxmlformats.org/drawingml/2006/table">
            <a:tbl>
              <a:tblPr/>
              <a:tblGrid>
                <a:gridCol w="3143250"/>
                <a:gridCol w="1571625"/>
                <a:gridCol w="2143125"/>
                <a:gridCol w="4114800"/>
              </a:tblGrid>
              <a:tr h="571500">
                <a:tc>
                  <a:txBody>
                    <a:bodyPr lIns="114300" tIns="114300" rIns="114300" bIns="114300"/>
                    <a:lstStyle/>
                    <a:p>
                      <a:r>
                        <a:rPr sz="1725" b="1">
                          <a:solidFill>
                            <a:srgbClr val="FFFFFF"/>
                          </a:solidFill>
                          <a:latin typeface="Aptos"/>
                          <a:ea typeface="Aptos"/>
                          <a:cs typeface="Aptos"/>
                        </a:rPr>
                        <a:t>Source and period</a:t>
                      </a:r>
                    </a:p>
                  </a:txBody>
                  <a:tcPr marL="91440" marR="91440" marT="45720" marB="45720">
                    <a:lnL w="6668">
                      <a:solidFill>
                        <a:srgbClr val="CFDCD8"/>
                      </a:solidFill>
                      <a:prstDash val="solid"/>
                    </a:lnL>
                    <a:lnR w="6668">
                      <a:solidFill>
                        <a:srgbClr val="CFDCD8"/>
                      </a:solidFill>
                      <a:prstDash val="solid"/>
                    </a:lnR>
                    <a:lnT w="6668">
                      <a:solidFill>
                        <a:srgbClr val="CFDCD8"/>
                      </a:solidFill>
                      <a:prstDash val="solid"/>
                    </a:lnT>
                    <a:lnB w="6668">
                      <a:solidFill>
                        <a:srgbClr val="CFDCD8"/>
                      </a:solidFill>
                      <a:prstDash val="solid"/>
                    </a:lnB>
                    <a:solidFill>
                      <a:srgbClr val="102D3D"/>
                    </a:solidFill>
                  </a:tcPr>
                </a:tc>
                <a:tc>
                  <a:txBody>
                    <a:bodyPr lIns="114300" tIns="114300" rIns="114300" bIns="114300"/>
                    <a:lstStyle/>
                    <a:p>
                      <a:r>
                        <a:rPr sz="1725" b="1">
                          <a:solidFill>
                            <a:srgbClr val="FFFFFF"/>
                          </a:solidFill>
                          <a:latin typeface="Aptos"/>
                          <a:ea typeface="Aptos"/>
                          <a:cs typeface="Aptos"/>
                        </a:rPr>
                        <a:t>Rows</a:t>
                      </a:r>
                    </a:p>
                  </a:txBody>
                  <a:tcPr marL="91440" marR="91440" marT="45720" marB="45720">
                    <a:lnR w="6668">
                      <a:solidFill>
                        <a:srgbClr val="CFDCD8"/>
                      </a:solidFill>
                      <a:prstDash val="solid"/>
                    </a:lnR>
                    <a:lnT w="6668">
                      <a:solidFill>
                        <a:srgbClr val="CFDCD8"/>
                      </a:solidFill>
                      <a:prstDash val="solid"/>
                    </a:lnT>
                    <a:lnB w="6668">
                      <a:solidFill>
                        <a:srgbClr val="CFDCD8"/>
                      </a:solidFill>
                      <a:prstDash val="solid"/>
                    </a:lnB>
                    <a:solidFill>
                      <a:srgbClr val="102D3D"/>
                    </a:solidFill>
                  </a:tcPr>
                </a:tc>
                <a:tc>
                  <a:txBody>
                    <a:bodyPr lIns="114300" tIns="114300" rIns="114300" bIns="114300"/>
                    <a:lstStyle/>
                    <a:p>
                      <a:r>
                        <a:rPr sz="1725" b="1">
                          <a:solidFill>
                            <a:srgbClr val="FFFFFF"/>
                          </a:solidFill>
                          <a:latin typeface="Aptos"/>
                          <a:ea typeface="Aptos"/>
                          <a:cs typeface="Aptos"/>
                        </a:rPr>
                        <a:t>Coverage</a:t>
                      </a:r>
                    </a:p>
                  </a:txBody>
                  <a:tcPr marL="91440" marR="91440" marT="45720" marB="45720">
                    <a:lnR w="6668">
                      <a:solidFill>
                        <a:srgbClr val="CFDCD8"/>
                      </a:solidFill>
                      <a:prstDash val="solid"/>
                    </a:lnR>
                    <a:lnT w="6668">
                      <a:solidFill>
                        <a:srgbClr val="CFDCD8"/>
                      </a:solidFill>
                      <a:prstDash val="solid"/>
                    </a:lnT>
                    <a:lnB w="6668">
                      <a:solidFill>
                        <a:srgbClr val="CFDCD8"/>
                      </a:solidFill>
                      <a:prstDash val="solid"/>
                    </a:lnB>
                    <a:solidFill>
                      <a:srgbClr val="102D3D"/>
                    </a:solidFill>
                  </a:tcPr>
                </a:tc>
                <a:tc>
                  <a:txBody>
                    <a:bodyPr lIns="114300" tIns="114300" rIns="114300" bIns="114300"/>
                    <a:lstStyle/>
                    <a:p>
                      <a:r>
                        <a:rPr sz="1725" b="1">
                          <a:solidFill>
                            <a:srgbClr val="FFFFFF"/>
                          </a:solidFill>
                          <a:latin typeface="Aptos"/>
                          <a:ea typeface="Aptos"/>
                          <a:cs typeface="Aptos"/>
                        </a:rPr>
                        <a:t>Role</a:t>
                      </a:r>
                    </a:p>
                  </a:txBody>
                  <a:tcPr marL="91440" marR="91440" marT="45720" marB="45720">
                    <a:lnR w="6668">
                      <a:solidFill>
                        <a:srgbClr val="CFDCD8"/>
                      </a:solidFill>
                      <a:prstDash val="solid"/>
                    </a:lnR>
                    <a:lnT w="6668">
                      <a:solidFill>
                        <a:srgbClr val="CFDCD8"/>
                      </a:solidFill>
                      <a:prstDash val="solid"/>
                    </a:lnT>
                    <a:lnB w="6668">
                      <a:solidFill>
                        <a:srgbClr val="CFDCD8"/>
                      </a:solidFill>
                      <a:prstDash val="solid"/>
                    </a:lnB>
                    <a:solidFill>
                      <a:srgbClr val="102D3D"/>
                    </a:solidFill>
                  </a:tcPr>
                </a:tc>
              </a:tr>
              <a:tr h="571500">
                <a:tc>
                  <a:txBody>
                    <a:bodyPr lIns="114300" tIns="114300" rIns="114300" bIns="114300"/>
                    <a:lstStyle/>
                    <a:p>
                      <a:r>
                        <a:rPr sz="1725" b="0">
                          <a:solidFill>
                            <a:srgbClr val="173C4B"/>
                          </a:solidFill>
                          <a:latin typeface="Aptos"/>
                          <a:ea typeface="Aptos"/>
                          <a:cs typeface="Aptos"/>
                        </a:rPr>
                        <a:t>Delhi PM2.5 · 2024</a:t>
                      </a:r>
                    </a:p>
                  </a:txBody>
                  <a:tcPr marL="91440" marR="91440" marT="45720" marB="45720">
                    <a:lnL w="6668">
                      <a:solidFill>
                        <a:srgbClr val="CFDCD8"/>
                      </a:solidFill>
                      <a:prstDash val="solid"/>
                    </a:lnL>
                    <a:lnR w="6668">
                      <a:solidFill>
                        <a:srgbClr val="CFDCD8"/>
                      </a:solidFill>
                      <a:prstDash val="solid"/>
                    </a:lnR>
                    <a:lnB w="6668">
                      <a:solidFill>
                        <a:srgbClr val="CFDCD8"/>
                      </a:solidFill>
                      <a:prstDash val="solid"/>
                    </a:lnB>
                    <a:solidFill>
                      <a:srgbClr val="FFFFFF"/>
                    </a:solidFill>
                  </a:tcPr>
                </a:tc>
                <a:tc>
                  <a:txBody>
                    <a:bodyPr lIns="114300" tIns="114300" rIns="114300" bIns="114300"/>
                    <a:lstStyle/>
                    <a:p>
                      <a:r>
                        <a:rPr sz="1725" b="0">
                          <a:solidFill>
                            <a:srgbClr val="173C4B"/>
                          </a:solidFill>
                          <a:latin typeface="Aptos"/>
                          <a:ea typeface="Aptos"/>
                          <a:cs typeface="Aptos"/>
                        </a:rPr>
                        <a:t>317,627</a:t>
                      </a:r>
                    </a:p>
                  </a:txBody>
                  <a:tcPr marL="91440" marR="91440" marT="45720" marB="45720">
                    <a:lnR w="6668">
                      <a:solidFill>
                        <a:srgbClr val="CFDCD8"/>
                      </a:solidFill>
                      <a:prstDash val="solid"/>
                    </a:lnR>
                    <a:lnB w="6668">
                      <a:solidFill>
                        <a:srgbClr val="CFDCD8"/>
                      </a:solidFill>
                      <a:prstDash val="solid"/>
                    </a:lnB>
                    <a:solidFill>
                      <a:srgbClr val="FFFFFF"/>
                    </a:solidFill>
                  </a:tcPr>
                </a:tc>
                <a:tc>
                  <a:txBody>
                    <a:bodyPr lIns="114300" tIns="114300" rIns="114300" bIns="114300"/>
                    <a:lstStyle/>
                    <a:p>
                      <a:r>
                        <a:rPr sz="1725" b="0">
                          <a:solidFill>
                            <a:srgbClr val="173C4B"/>
                          </a:solidFill>
                          <a:latin typeface="Aptos"/>
                          <a:ea typeface="Aptos"/>
                          <a:cs typeface="Aptos"/>
                        </a:rPr>
                        <a:t>39 catalog entries</a:t>
                      </a:r>
                    </a:p>
                  </a:txBody>
                  <a:tcPr marL="91440" marR="91440" marT="45720" marB="45720">
                    <a:lnR w="6668">
                      <a:solidFill>
                        <a:srgbClr val="CFDCD8"/>
                      </a:solidFill>
                      <a:prstDash val="solid"/>
                    </a:lnR>
                    <a:lnB w="6668">
                      <a:solidFill>
                        <a:srgbClr val="CFDCD8"/>
                      </a:solidFill>
                      <a:prstDash val="solid"/>
                    </a:lnB>
                    <a:solidFill>
                      <a:srgbClr val="FFFFFF"/>
                    </a:solidFill>
                  </a:tcPr>
                </a:tc>
                <a:tc>
                  <a:txBody>
                    <a:bodyPr lIns="114300" tIns="114300" rIns="114300" bIns="114300"/>
                    <a:lstStyle/>
                    <a:p>
                      <a:r>
                        <a:rPr sz="1725" b="0">
                          <a:solidFill>
                            <a:srgbClr val="173C4B"/>
                          </a:solidFill>
                          <a:latin typeface="Aptos"/>
                          <a:ea typeface="Aptos"/>
                          <a:cs typeface="Aptos"/>
                        </a:rPr>
                        <a:t>Primary FL reference target</a:t>
                      </a:r>
                    </a:p>
                  </a:txBody>
                  <a:tcPr marL="91440" marR="91440" marT="45720" marB="45720">
                    <a:lnR w="6668">
                      <a:solidFill>
                        <a:srgbClr val="CFDCD8"/>
                      </a:solidFill>
                      <a:prstDash val="solid"/>
                    </a:lnR>
                    <a:lnB w="6668">
                      <a:solidFill>
                        <a:srgbClr val="CFDCD8"/>
                      </a:solidFill>
                      <a:prstDash val="solid"/>
                    </a:lnB>
                    <a:solidFill>
                      <a:srgbClr val="FFFFFF"/>
                    </a:solidFill>
                  </a:tcPr>
                </a:tc>
              </a:tr>
              <a:tr h="571500">
                <a:tc>
                  <a:txBody>
                    <a:bodyPr lIns="114300" tIns="114300" rIns="114300" bIns="114300"/>
                    <a:lstStyle/>
                    <a:p>
                      <a:r>
                        <a:rPr sz="1725" b="0">
                          <a:solidFill>
                            <a:srgbClr val="173C4B"/>
                          </a:solidFill>
                          <a:latin typeface="Aptos"/>
                          <a:ea typeface="Aptos"/>
                          <a:cs typeface="Aptos"/>
                        </a:rPr>
                        <a:t>Delhi PM10 · 2024</a:t>
                      </a:r>
                    </a:p>
                  </a:txBody>
                  <a:tcPr marL="91440" marR="91440" marT="45720" marB="45720">
                    <a:lnL w="6668">
                      <a:solidFill>
                        <a:srgbClr val="CFDCD8"/>
                      </a:solidFill>
                      <a:prstDash val="solid"/>
                    </a:lnL>
                    <a:lnR w="6668">
                      <a:solidFill>
                        <a:srgbClr val="CFDCD8"/>
                      </a:solidFill>
                      <a:prstDash val="solid"/>
                    </a:lnR>
                    <a:lnB w="6668">
                      <a:solidFill>
                        <a:srgbClr val="CFDCD8"/>
                      </a:solidFill>
                      <a:prstDash val="solid"/>
                    </a:lnB>
                    <a:solidFill>
                      <a:srgbClr val="EDF2EE"/>
                    </a:solidFill>
                  </a:tcPr>
                </a:tc>
                <a:tc>
                  <a:txBody>
                    <a:bodyPr lIns="114300" tIns="114300" rIns="114300" bIns="114300"/>
                    <a:lstStyle/>
                    <a:p>
                      <a:r>
                        <a:rPr sz="1725" b="0">
                          <a:solidFill>
                            <a:srgbClr val="173C4B"/>
                          </a:solidFill>
                          <a:latin typeface="Aptos"/>
                          <a:ea typeface="Aptos"/>
                          <a:cs typeface="Aptos"/>
                        </a:rPr>
                        <a:t>323,061</a:t>
                      </a:r>
                    </a:p>
                  </a:txBody>
                  <a:tcPr marL="91440" marR="91440" marT="45720" marB="45720">
                    <a:lnR w="6668">
                      <a:solidFill>
                        <a:srgbClr val="CFDCD8"/>
                      </a:solidFill>
                      <a:prstDash val="solid"/>
                    </a:lnR>
                    <a:lnB w="6668">
                      <a:solidFill>
                        <a:srgbClr val="CFDCD8"/>
                      </a:solidFill>
                      <a:prstDash val="solid"/>
                    </a:lnB>
                    <a:solidFill>
                      <a:srgbClr val="EDF2EE"/>
                    </a:solidFill>
                  </a:tcPr>
                </a:tc>
                <a:tc>
                  <a:txBody>
                    <a:bodyPr lIns="114300" tIns="114300" rIns="114300" bIns="114300"/>
                    <a:lstStyle/>
                    <a:p>
                      <a:r>
                        <a:rPr sz="1725" b="0">
                          <a:solidFill>
                            <a:srgbClr val="173C4B"/>
                          </a:solidFill>
                          <a:latin typeface="Aptos"/>
                          <a:ea typeface="Aptos"/>
                          <a:cs typeface="Aptos"/>
                        </a:rPr>
                        <a:t>39 catalog entries</a:t>
                      </a:r>
                    </a:p>
                  </a:txBody>
                  <a:tcPr marL="91440" marR="91440" marT="45720" marB="45720">
                    <a:lnR w="6668">
                      <a:solidFill>
                        <a:srgbClr val="CFDCD8"/>
                      </a:solidFill>
                      <a:prstDash val="solid"/>
                    </a:lnR>
                    <a:lnB w="6668">
                      <a:solidFill>
                        <a:srgbClr val="CFDCD8"/>
                      </a:solidFill>
                      <a:prstDash val="solid"/>
                    </a:lnB>
                    <a:solidFill>
                      <a:srgbClr val="EDF2EE"/>
                    </a:solidFill>
                  </a:tcPr>
                </a:tc>
                <a:tc>
                  <a:txBody>
                    <a:bodyPr lIns="114300" tIns="114300" rIns="114300" bIns="114300"/>
                    <a:lstStyle/>
                    <a:p>
                      <a:r>
                        <a:rPr sz="1725" b="0">
                          <a:solidFill>
                            <a:srgbClr val="173C4B"/>
                          </a:solidFill>
                          <a:latin typeface="Aptos"/>
                          <a:ea typeface="Aptos"/>
                          <a:cs typeface="Aptos"/>
                        </a:rPr>
                        <a:t>Contextual pollutant trends</a:t>
                      </a:r>
                    </a:p>
                  </a:txBody>
                  <a:tcPr marL="91440" marR="91440" marT="45720" marB="45720">
                    <a:lnR w="6668">
                      <a:solidFill>
                        <a:srgbClr val="CFDCD8"/>
                      </a:solidFill>
                      <a:prstDash val="solid"/>
                    </a:lnR>
                    <a:lnB w="6668">
                      <a:solidFill>
                        <a:srgbClr val="CFDCD8"/>
                      </a:solidFill>
                      <a:prstDash val="solid"/>
                    </a:lnB>
                    <a:solidFill>
                      <a:srgbClr val="EDF2EE"/>
                    </a:solidFill>
                  </a:tcPr>
                </a:tc>
              </a:tr>
              <a:tr h="571500">
                <a:tc>
                  <a:txBody>
                    <a:bodyPr lIns="114300" tIns="114300" rIns="114300" bIns="114300"/>
                    <a:lstStyle/>
                    <a:p>
                      <a:r>
                        <a:rPr sz="1725" b="0">
                          <a:solidFill>
                            <a:srgbClr val="173C4B"/>
                          </a:solidFill>
                          <a:latin typeface="Aptos"/>
                          <a:ea typeface="Aptos"/>
                          <a:cs typeface="Aptos"/>
                        </a:rPr>
                        <a:t>Delhi NO₂ · 2024</a:t>
                      </a:r>
                    </a:p>
                  </a:txBody>
                  <a:tcPr marL="91440" marR="91440" marT="45720" marB="45720">
                    <a:lnL w="6668">
                      <a:solidFill>
                        <a:srgbClr val="CFDCD8"/>
                      </a:solidFill>
                      <a:prstDash val="solid"/>
                    </a:lnL>
                    <a:lnR w="6668">
                      <a:solidFill>
                        <a:srgbClr val="CFDCD8"/>
                      </a:solidFill>
                      <a:prstDash val="solid"/>
                    </a:lnR>
                    <a:lnB w="6668">
                      <a:solidFill>
                        <a:srgbClr val="CFDCD8"/>
                      </a:solidFill>
                      <a:prstDash val="solid"/>
                    </a:lnB>
                    <a:solidFill>
                      <a:srgbClr val="FFFFFF"/>
                    </a:solidFill>
                  </a:tcPr>
                </a:tc>
                <a:tc>
                  <a:txBody>
                    <a:bodyPr lIns="114300" tIns="114300" rIns="114300" bIns="114300"/>
                    <a:lstStyle/>
                    <a:p>
                      <a:r>
                        <a:rPr sz="1725" b="0">
                          <a:solidFill>
                            <a:srgbClr val="173C4B"/>
                          </a:solidFill>
                          <a:latin typeface="Aptos"/>
                          <a:ea typeface="Aptos"/>
                          <a:cs typeface="Aptos"/>
                        </a:rPr>
                        <a:t>325,379</a:t>
                      </a:r>
                    </a:p>
                  </a:txBody>
                  <a:tcPr marL="91440" marR="91440" marT="45720" marB="45720">
                    <a:lnR w="6668">
                      <a:solidFill>
                        <a:srgbClr val="CFDCD8"/>
                      </a:solidFill>
                      <a:prstDash val="solid"/>
                    </a:lnR>
                    <a:lnB w="6668">
                      <a:solidFill>
                        <a:srgbClr val="CFDCD8"/>
                      </a:solidFill>
                      <a:prstDash val="solid"/>
                    </a:lnB>
                    <a:solidFill>
                      <a:srgbClr val="FFFFFF"/>
                    </a:solidFill>
                  </a:tcPr>
                </a:tc>
                <a:tc>
                  <a:txBody>
                    <a:bodyPr lIns="114300" tIns="114300" rIns="114300" bIns="114300"/>
                    <a:lstStyle/>
                    <a:p>
                      <a:r>
                        <a:rPr sz="1725" b="0">
                          <a:solidFill>
                            <a:srgbClr val="173C4B"/>
                          </a:solidFill>
                          <a:latin typeface="Aptos"/>
                          <a:ea typeface="Aptos"/>
                          <a:cs typeface="Aptos"/>
                        </a:rPr>
                        <a:t>39 catalog entries</a:t>
                      </a:r>
                    </a:p>
                  </a:txBody>
                  <a:tcPr marL="91440" marR="91440" marT="45720" marB="45720">
                    <a:lnR w="6668">
                      <a:solidFill>
                        <a:srgbClr val="CFDCD8"/>
                      </a:solidFill>
                      <a:prstDash val="solid"/>
                    </a:lnR>
                    <a:lnB w="6668">
                      <a:solidFill>
                        <a:srgbClr val="CFDCD8"/>
                      </a:solidFill>
                      <a:prstDash val="solid"/>
                    </a:lnB>
                    <a:solidFill>
                      <a:srgbClr val="FFFFFF"/>
                    </a:solidFill>
                  </a:tcPr>
                </a:tc>
                <a:tc>
                  <a:txBody>
                    <a:bodyPr lIns="114300" tIns="114300" rIns="114300" bIns="114300"/>
                    <a:lstStyle/>
                    <a:p>
                      <a:r>
                        <a:rPr sz="1725" b="0">
                          <a:solidFill>
                            <a:srgbClr val="173C4B"/>
                          </a:solidFill>
                          <a:latin typeface="Aptos"/>
                          <a:ea typeface="Aptos"/>
                          <a:cs typeface="Aptos"/>
                        </a:rPr>
                        <a:t>Contextual pollutant trends</a:t>
                      </a:r>
                    </a:p>
                  </a:txBody>
                  <a:tcPr marL="91440" marR="91440" marT="45720" marB="45720">
                    <a:lnR w="6668">
                      <a:solidFill>
                        <a:srgbClr val="CFDCD8"/>
                      </a:solidFill>
                      <a:prstDash val="solid"/>
                    </a:lnR>
                    <a:lnB w="6668">
                      <a:solidFill>
                        <a:srgbClr val="CFDCD8"/>
                      </a:solidFill>
                      <a:prstDash val="solid"/>
                    </a:lnB>
                    <a:solidFill>
                      <a:srgbClr val="FFFFFF"/>
                    </a:solidFill>
                  </a:tcPr>
                </a:tc>
              </a:tr>
              <a:tr h="571500">
                <a:tc>
                  <a:txBody>
                    <a:bodyPr lIns="114300" tIns="114300" rIns="114300" bIns="114300"/>
                    <a:lstStyle/>
                    <a:p>
                      <a:r>
                        <a:rPr sz="1725" b="0">
                          <a:solidFill>
                            <a:srgbClr val="173C4B"/>
                          </a:solidFill>
                          <a:latin typeface="Aptos"/>
                          <a:ea typeface="Aptos"/>
                          <a:cs typeface="Aptos"/>
                        </a:rPr>
                        <a:t>UCI Beijing · 2013–17</a:t>
                      </a:r>
                    </a:p>
                  </a:txBody>
                  <a:tcPr marL="91440" marR="91440" marT="45720" marB="45720">
                    <a:lnL w="6668">
                      <a:solidFill>
                        <a:srgbClr val="CFDCD8"/>
                      </a:solidFill>
                      <a:prstDash val="solid"/>
                    </a:lnL>
                    <a:lnR w="6668">
                      <a:solidFill>
                        <a:srgbClr val="CFDCD8"/>
                      </a:solidFill>
                      <a:prstDash val="solid"/>
                    </a:lnR>
                    <a:lnB w="6668">
                      <a:solidFill>
                        <a:srgbClr val="CFDCD8"/>
                      </a:solidFill>
                      <a:prstDash val="solid"/>
                    </a:lnB>
                    <a:solidFill>
                      <a:srgbClr val="EDF2EE"/>
                    </a:solidFill>
                  </a:tcPr>
                </a:tc>
                <a:tc>
                  <a:txBody>
                    <a:bodyPr lIns="114300" tIns="114300" rIns="114300" bIns="114300"/>
                    <a:lstStyle/>
                    <a:p>
                      <a:r>
                        <a:rPr sz="1725" b="0">
                          <a:solidFill>
                            <a:srgbClr val="173C4B"/>
                          </a:solidFill>
                          <a:latin typeface="Aptos"/>
                          <a:ea typeface="Aptos"/>
                          <a:cs typeface="Aptos"/>
                        </a:rPr>
                        <a:t>420,768</a:t>
                      </a:r>
                    </a:p>
                  </a:txBody>
                  <a:tcPr marL="91440" marR="91440" marT="45720" marB="45720">
                    <a:lnR w="6668">
                      <a:solidFill>
                        <a:srgbClr val="CFDCD8"/>
                      </a:solidFill>
                      <a:prstDash val="solid"/>
                    </a:lnR>
                    <a:lnB w="6668">
                      <a:solidFill>
                        <a:srgbClr val="CFDCD8"/>
                      </a:solidFill>
                      <a:prstDash val="solid"/>
                    </a:lnB>
                    <a:solidFill>
                      <a:srgbClr val="EDF2EE"/>
                    </a:solidFill>
                  </a:tcPr>
                </a:tc>
                <a:tc>
                  <a:txBody>
                    <a:bodyPr lIns="114300" tIns="114300" rIns="114300" bIns="114300"/>
                    <a:lstStyle/>
                    <a:p>
                      <a:r>
                        <a:rPr sz="1725" b="0">
                          <a:solidFill>
                            <a:srgbClr val="173C4B"/>
                          </a:solidFill>
                          <a:latin typeface="Aptos"/>
                          <a:ea typeface="Aptos"/>
                          <a:cs typeface="Aptos"/>
                        </a:rPr>
                        <a:t>12 stations</a:t>
                      </a:r>
                    </a:p>
                  </a:txBody>
                  <a:tcPr marL="91440" marR="91440" marT="45720" marB="45720">
                    <a:lnR w="6668">
                      <a:solidFill>
                        <a:srgbClr val="CFDCD8"/>
                      </a:solidFill>
                      <a:prstDash val="solid"/>
                    </a:lnR>
                    <a:lnB w="6668">
                      <a:solidFill>
                        <a:srgbClr val="CFDCD8"/>
                      </a:solidFill>
                      <a:prstDash val="solid"/>
                    </a:lnB>
                    <a:solidFill>
                      <a:srgbClr val="EDF2EE"/>
                    </a:solidFill>
                  </a:tcPr>
                </a:tc>
                <a:tc>
                  <a:txBody>
                    <a:bodyPr lIns="114300" tIns="114300" rIns="114300" bIns="114300"/>
                    <a:lstStyle/>
                    <a:p>
                      <a:r>
                        <a:rPr sz="1725" b="0">
                          <a:solidFill>
                            <a:srgbClr val="173C4B"/>
                          </a:solidFill>
                          <a:latin typeface="Aptos"/>
                          <a:ea typeface="Aptos"/>
                          <a:cs typeface="Aptos"/>
                        </a:rPr>
                        <a:t>Independent persistence benchmark</a:t>
                      </a:r>
                    </a:p>
                  </a:txBody>
                  <a:tcPr marL="91440" marR="91440" marT="45720" marB="45720">
                    <a:lnR w="6668">
                      <a:solidFill>
                        <a:srgbClr val="CFDCD8"/>
                      </a:solidFill>
                      <a:prstDash val="solid"/>
                    </a:lnR>
                    <a:lnB w="6668">
                      <a:solidFill>
                        <a:srgbClr val="CFDCD8"/>
                      </a:solidFill>
                      <a:prstDash val="solid"/>
                    </a:lnB>
                    <a:solidFill>
                      <a:srgbClr val="EDF2EE"/>
                    </a:solidFill>
                  </a:tcPr>
                </a:tc>
              </a:tr>
            </a:tbl>
          </a:graphicData>
        </a:graphic>
      </p:graphicFrame>
      <p:sp>
        <p:nvSpPr>
          <p:cNvPr id="6" name="">
            <a:extLst xmlns:a="http://schemas.openxmlformats.org/drawingml/2006/main">
              <a:ext uri="{FF2B5EF4-FFF2-40B4-BE49-F238E27FC236}">
                <a16:creationId xmlns:a16="http://schemas.microsoft.com/office/drawing/2014/main" id="{678929F3-590A-4ABA-A358-F3DB1B34E433}"/>
              </a:ext>
            </a:extLst>
          </p:cNvPr>
          <p:cNvSpPr>
            <a:spLocks xmlns:a="http://schemas.openxmlformats.org/drawingml/2006/main" noGrp="1"/>
          </p:cNvSpPr>
          <p:nvPr/>
        </p:nvSpPr>
        <p:spPr>
          <a:xfrm xmlns:a="http://schemas.openxmlformats.org/drawingml/2006/main">
            <a:off x="647700" y="5133975"/>
            <a:ext cx="4095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27775D"/>
                </a:solidFill>
                <a:latin typeface="Aptos"/>
                <a:ea typeface="Aptos"/>
                <a:cs typeface="Aptos"/>
              </a:defRPr>
            </a:defPPr>
            <a:lvl1pPr algn="l">
              <a:defRPr sz="4200" b="1">
                <a:solidFill>
                  <a:srgbClr val="27775D"/>
                </a:solidFill>
                <a:latin typeface="Aptos"/>
                <a:ea typeface="Aptos"/>
                <a:cs typeface="Aptos"/>
              </a:defRPr>
            </a:lvl1pPr>
            <a:lvl2pPr algn="l">
              <a:defRPr sz="4200" b="1">
                <a:solidFill>
                  <a:srgbClr val="27775D"/>
                </a:solidFill>
                <a:latin typeface="Aptos"/>
                <a:ea typeface="Aptos"/>
                <a:cs typeface="Aptos"/>
              </a:defRPr>
            </a:lvl2pPr>
            <a:lvl3pPr algn="l">
              <a:defRPr sz="4200" b="1">
                <a:solidFill>
                  <a:srgbClr val="27775D"/>
                </a:solidFill>
                <a:latin typeface="Aptos"/>
                <a:ea typeface="Aptos"/>
                <a:cs typeface="Aptos"/>
              </a:defRPr>
            </a:lvl3pPr>
            <a:lvl4pPr algn="l">
              <a:defRPr sz="4200" b="1">
                <a:solidFill>
                  <a:srgbClr val="27775D"/>
                </a:solidFill>
                <a:latin typeface="Aptos"/>
                <a:ea typeface="Aptos"/>
                <a:cs typeface="Aptos"/>
              </a:defRPr>
            </a:lvl4pPr>
            <a:lvl5pPr algn="l">
              <a:defRPr sz="4200" b="1">
                <a:solidFill>
                  <a:srgbClr val="27775D"/>
                </a:solidFill>
                <a:latin typeface="Aptos"/>
                <a:ea typeface="Aptos"/>
                <a:cs typeface="Aptos"/>
              </a:defRPr>
            </a:lvl5pPr>
            <a:lvl6pPr algn="l">
              <a:defRPr sz="4200" b="1">
                <a:solidFill>
                  <a:srgbClr val="27775D"/>
                </a:solidFill>
                <a:latin typeface="Aptos"/>
                <a:ea typeface="Aptos"/>
                <a:cs typeface="Aptos"/>
              </a:defRPr>
            </a:lvl6pPr>
            <a:lvl7pPr algn="l">
              <a:defRPr sz="4200" b="1">
                <a:solidFill>
                  <a:srgbClr val="27775D"/>
                </a:solidFill>
                <a:latin typeface="Aptos"/>
                <a:ea typeface="Aptos"/>
                <a:cs typeface="Aptos"/>
              </a:defRPr>
            </a:lvl7pPr>
            <a:lvl8pPr algn="l">
              <a:defRPr sz="4200" b="1">
                <a:solidFill>
                  <a:srgbClr val="27775D"/>
                </a:solidFill>
                <a:latin typeface="Aptos"/>
                <a:ea typeface="Aptos"/>
                <a:cs typeface="Aptos"/>
              </a:defRPr>
            </a:lvl8pPr>
            <a:lvl9pPr algn="l">
              <a:defRPr sz="4200" b="1">
                <a:solidFill>
                  <a:srgbClr val="27775D"/>
                </a:solidFill>
                <a:latin typeface="Aptos"/>
                <a:ea typeface="Aptos"/>
                <a:cs typeface="Aptos"/>
              </a:defRPr>
            </a:lvl9pPr>
          </a:lstStyle>
          <a:p xmlns:a="http://schemas.openxmlformats.org/drawingml/2006/main">
            <a:pPr algn="l">
              <a:defRPr sz="4200" b="1">
                <a:solidFill>
                  <a:srgbClr val="27775D"/>
                </a:solidFill>
                <a:latin typeface="Aptos"/>
                <a:ea typeface="Aptos"/>
                <a:cs typeface="Aptos"/>
              </a:defRPr>
            </a:pPr>
            <a:r>
              <a:rPr sz="4200" b="1">
                <a:solidFill>
                  <a:srgbClr val="27775D"/>
                </a:solidFill>
                <a:latin typeface="Aptos"/>
                <a:ea typeface="Aptos"/>
                <a:cs typeface="Aptos"/>
              </a:rPr>
              <a:t>966,067</a:t>
            </a:r>
          </a:p>
        </p:txBody>
      </p:sp>
      <p:sp>
        <p:nvSpPr>
          <p:cNvPr id="7" name="">
            <a:extLst xmlns:a="http://schemas.openxmlformats.org/drawingml/2006/main">
              <a:ext uri="{FF2B5EF4-FFF2-40B4-BE49-F238E27FC236}">
                <a16:creationId xmlns:a16="http://schemas.microsoft.com/office/drawing/2014/main" id="{CE9411C5-BFE7-4E01-83C1-357FAC0E9BCE}"/>
              </a:ext>
            </a:extLst>
          </p:cNvPr>
          <p:cNvSpPr>
            <a:spLocks xmlns:a="http://schemas.openxmlformats.org/drawingml/2006/main" noGrp="1"/>
          </p:cNvSpPr>
          <p:nvPr/>
        </p:nvSpPr>
        <p:spPr>
          <a:xfrm xmlns:a="http://schemas.openxmlformats.org/drawingml/2006/main">
            <a:off x="676275" y="58102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Delhi pollutant-source rows</a:t>
            </a:r>
          </a:p>
        </p:txBody>
      </p:sp>
      <p:sp>
        <p:nvSpPr>
          <p:cNvPr id="8" name="">
            <a:extLst xmlns:a="http://schemas.openxmlformats.org/drawingml/2006/main">
              <a:ext uri="{FF2B5EF4-FFF2-40B4-BE49-F238E27FC236}">
                <a16:creationId xmlns:a16="http://schemas.microsoft.com/office/drawing/2014/main" id="{92794384-1F5D-4479-8130-5FBE6585FB20}"/>
              </a:ext>
            </a:extLst>
          </p:cNvPr>
          <p:cNvSpPr>
            <a:spLocks xmlns:a="http://schemas.openxmlformats.org/drawingml/2006/main" noGrp="1"/>
          </p:cNvSpPr>
          <p:nvPr/>
        </p:nvSpPr>
        <p:spPr>
          <a:xfrm xmlns:a="http://schemas.openxmlformats.org/drawingml/2006/main">
            <a:off x="6477000" y="513397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173C4B"/>
                </a:solidFill>
                <a:latin typeface="Aptos"/>
                <a:ea typeface="Aptos"/>
                <a:cs typeface="Aptos"/>
              </a:defRPr>
            </a:defPPr>
            <a:lvl1pPr algn="l">
              <a:defRPr sz="4200" b="1">
                <a:solidFill>
                  <a:srgbClr val="173C4B"/>
                </a:solidFill>
                <a:latin typeface="Aptos"/>
                <a:ea typeface="Aptos"/>
                <a:cs typeface="Aptos"/>
              </a:defRPr>
            </a:lvl1pPr>
            <a:lvl2pPr algn="l">
              <a:defRPr sz="4200" b="1">
                <a:solidFill>
                  <a:srgbClr val="173C4B"/>
                </a:solidFill>
                <a:latin typeface="Aptos"/>
                <a:ea typeface="Aptos"/>
                <a:cs typeface="Aptos"/>
              </a:defRPr>
            </a:lvl2pPr>
            <a:lvl3pPr algn="l">
              <a:defRPr sz="4200" b="1">
                <a:solidFill>
                  <a:srgbClr val="173C4B"/>
                </a:solidFill>
                <a:latin typeface="Aptos"/>
                <a:ea typeface="Aptos"/>
                <a:cs typeface="Aptos"/>
              </a:defRPr>
            </a:lvl3pPr>
            <a:lvl4pPr algn="l">
              <a:defRPr sz="4200" b="1">
                <a:solidFill>
                  <a:srgbClr val="173C4B"/>
                </a:solidFill>
                <a:latin typeface="Aptos"/>
                <a:ea typeface="Aptos"/>
                <a:cs typeface="Aptos"/>
              </a:defRPr>
            </a:lvl4pPr>
            <a:lvl5pPr algn="l">
              <a:defRPr sz="4200" b="1">
                <a:solidFill>
                  <a:srgbClr val="173C4B"/>
                </a:solidFill>
                <a:latin typeface="Aptos"/>
                <a:ea typeface="Aptos"/>
                <a:cs typeface="Aptos"/>
              </a:defRPr>
            </a:lvl5pPr>
            <a:lvl6pPr algn="l">
              <a:defRPr sz="4200" b="1">
                <a:solidFill>
                  <a:srgbClr val="173C4B"/>
                </a:solidFill>
                <a:latin typeface="Aptos"/>
                <a:ea typeface="Aptos"/>
                <a:cs typeface="Aptos"/>
              </a:defRPr>
            </a:lvl6pPr>
            <a:lvl7pPr algn="l">
              <a:defRPr sz="4200" b="1">
                <a:solidFill>
                  <a:srgbClr val="173C4B"/>
                </a:solidFill>
                <a:latin typeface="Aptos"/>
                <a:ea typeface="Aptos"/>
                <a:cs typeface="Aptos"/>
              </a:defRPr>
            </a:lvl7pPr>
            <a:lvl8pPr algn="l">
              <a:defRPr sz="4200" b="1">
                <a:solidFill>
                  <a:srgbClr val="173C4B"/>
                </a:solidFill>
                <a:latin typeface="Aptos"/>
                <a:ea typeface="Aptos"/>
                <a:cs typeface="Aptos"/>
              </a:defRPr>
            </a:lvl8pPr>
            <a:lvl9pPr algn="l">
              <a:defRPr sz="4200" b="1">
                <a:solidFill>
                  <a:srgbClr val="173C4B"/>
                </a:solidFill>
                <a:latin typeface="Aptos"/>
                <a:ea typeface="Aptos"/>
                <a:cs typeface="Aptos"/>
              </a:defRPr>
            </a:lvl9pPr>
          </a:lstStyle>
          <a:p xmlns:a="http://schemas.openxmlformats.org/drawingml/2006/main">
            <a:pPr algn="l">
              <a:defRPr sz="4200" b="1">
                <a:solidFill>
                  <a:srgbClr val="173C4B"/>
                </a:solidFill>
                <a:latin typeface="Aptos"/>
                <a:ea typeface="Aptos"/>
                <a:cs typeface="Aptos"/>
              </a:defRPr>
            </a:pPr>
            <a:r>
              <a:rPr sz="4200" b="1">
                <a:solidFill>
                  <a:srgbClr val="173C4B"/>
                </a:solidFill>
                <a:latin typeface="Aptos"/>
                <a:ea typeface="Aptos"/>
                <a:cs typeface="Aptos"/>
              </a:rPr>
              <a:t>300,355</a:t>
            </a:r>
          </a:p>
        </p:txBody>
      </p:sp>
      <p:sp>
        <p:nvSpPr>
          <p:cNvPr id="9" name="">
            <a:extLst xmlns:a="http://schemas.openxmlformats.org/drawingml/2006/main">
              <a:ext uri="{FF2B5EF4-FFF2-40B4-BE49-F238E27FC236}">
                <a16:creationId xmlns:a16="http://schemas.microsoft.com/office/drawing/2014/main" id="{08678692-C7C5-4566-A46B-C95C34273EDC}"/>
              </a:ext>
            </a:extLst>
          </p:cNvPr>
          <p:cNvSpPr>
            <a:spLocks xmlns:a="http://schemas.openxmlformats.org/drawingml/2006/main" noGrp="1"/>
          </p:cNvSpPr>
          <p:nvPr/>
        </p:nvSpPr>
        <p:spPr>
          <a:xfrm xmlns:a="http://schemas.openxmlformats.org/drawingml/2006/main">
            <a:off x="6515100" y="5810250"/>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Valid Delhi PM2.5 labels retained</a:t>
            </a:r>
          </a:p>
        </p:txBody>
      </p:sp>
      <p:sp>
        <p:nvSpPr>
          <p:cNvPr id="10" name="">
            <a:extLst xmlns:a="http://schemas.openxmlformats.org/drawingml/2006/main">
              <a:ext uri="{FF2B5EF4-FFF2-40B4-BE49-F238E27FC236}">
                <a16:creationId xmlns:a16="http://schemas.microsoft.com/office/drawing/2014/main" id="{5F6EFB10-48AA-44E2-829C-3133C7749002}"/>
              </a:ext>
            </a:extLst>
          </p:cNvPr>
          <p:cNvSpPr>
            <a:spLocks xmlns:a="http://schemas.openxmlformats.org/drawingml/2006/main" noGrp="1"/>
          </p:cNvSpPr>
          <p:nvPr/>
        </p:nvSpPr>
        <p:spPr>
          <a:xfrm xmlns:a="http://schemas.openxmlformats.org/drawingml/2006/main">
            <a:off x="628650" y="164782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5A6F76"/>
                </a:solidFill>
                <a:latin typeface="Aptos"/>
                <a:ea typeface="Aptos"/>
                <a:cs typeface="Aptos"/>
              </a:defRPr>
            </a:defPPr>
            <a:lvl1pPr algn="l">
              <a:defRPr sz="1425" b="0">
                <a:solidFill>
                  <a:srgbClr val="5A6F76"/>
                </a:solidFill>
                <a:latin typeface="Aptos"/>
                <a:ea typeface="Aptos"/>
                <a:cs typeface="Aptos"/>
              </a:defRPr>
            </a:lvl1pPr>
            <a:lvl2pPr algn="l">
              <a:defRPr sz="1425" b="0">
                <a:solidFill>
                  <a:srgbClr val="5A6F76"/>
                </a:solidFill>
                <a:latin typeface="Aptos"/>
                <a:ea typeface="Aptos"/>
                <a:cs typeface="Aptos"/>
              </a:defRPr>
            </a:lvl2pPr>
            <a:lvl3pPr algn="l">
              <a:defRPr sz="1425" b="0">
                <a:solidFill>
                  <a:srgbClr val="5A6F76"/>
                </a:solidFill>
                <a:latin typeface="Aptos"/>
                <a:ea typeface="Aptos"/>
                <a:cs typeface="Aptos"/>
              </a:defRPr>
            </a:lvl3pPr>
            <a:lvl4pPr algn="l">
              <a:defRPr sz="1425" b="0">
                <a:solidFill>
                  <a:srgbClr val="5A6F76"/>
                </a:solidFill>
                <a:latin typeface="Aptos"/>
                <a:ea typeface="Aptos"/>
                <a:cs typeface="Aptos"/>
              </a:defRPr>
            </a:lvl4pPr>
            <a:lvl5pPr algn="l">
              <a:defRPr sz="1425" b="0">
                <a:solidFill>
                  <a:srgbClr val="5A6F76"/>
                </a:solidFill>
                <a:latin typeface="Aptos"/>
                <a:ea typeface="Aptos"/>
                <a:cs typeface="Aptos"/>
              </a:defRPr>
            </a:lvl5pPr>
            <a:lvl6pPr algn="l">
              <a:defRPr sz="1425" b="0">
                <a:solidFill>
                  <a:srgbClr val="5A6F76"/>
                </a:solidFill>
                <a:latin typeface="Aptos"/>
                <a:ea typeface="Aptos"/>
                <a:cs typeface="Aptos"/>
              </a:defRPr>
            </a:lvl6pPr>
            <a:lvl7pPr algn="l">
              <a:defRPr sz="1425" b="0">
                <a:solidFill>
                  <a:srgbClr val="5A6F76"/>
                </a:solidFill>
                <a:latin typeface="Aptos"/>
                <a:ea typeface="Aptos"/>
                <a:cs typeface="Aptos"/>
              </a:defRPr>
            </a:lvl7pPr>
            <a:lvl8pPr algn="l">
              <a:defRPr sz="1425" b="0">
                <a:solidFill>
                  <a:srgbClr val="5A6F76"/>
                </a:solidFill>
                <a:latin typeface="Aptos"/>
                <a:ea typeface="Aptos"/>
                <a:cs typeface="Aptos"/>
              </a:defRPr>
            </a:lvl8pPr>
            <a:lvl9pPr algn="l">
              <a:defRPr sz="1425" b="0">
                <a:solidFill>
                  <a:srgbClr val="5A6F76"/>
                </a:solidFill>
                <a:latin typeface="Aptos"/>
                <a:ea typeface="Aptos"/>
                <a:cs typeface="Aptos"/>
              </a:defRPr>
            </a:lvl9pPr>
          </a:lstStyle>
          <a:p xmlns:a="http://schemas.openxmlformats.org/drawingml/2006/main">
            <a:pPr algn="l">
              <a:defRPr sz="1425" b="0">
                <a:solidFill>
                  <a:srgbClr val="5A6F76"/>
                </a:solidFill>
                <a:latin typeface="Aptos"/>
                <a:ea typeface="Aptos"/>
                <a:cs typeface="Aptos"/>
              </a:defRPr>
            </a:pPr>
            <a:r>
              <a:rPr sz="1425" b="0">
                <a:solidFill>
                  <a:srgbClr val="5A6F76"/>
                </a:solidFill>
                <a:latin typeface="Aptos"/>
                <a:ea typeface="Aptos"/>
                <a:cs typeface="Aptos"/>
              </a:rPr>
              <a:t>Sources: XKDR Forum / CPCB CAAQM and Song Chen / UCI · CC BY 4.0</a:t>
            </a:r>
          </a:p>
        </p:txBody>
      </p:sp>
    </p:spTree>
    <p:extLst>
      <p:ext uri="{BB962C8B-B14F-4D97-AF65-F5344CB8AC3E}">
        <p14:creationId xmlns:p14="http://schemas.microsoft.com/office/powerpoint/2010/main" val="1564772010"/>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0C3872-E472-45DA-9475-27C35E5AFB81}"/>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A real station network becomes the benchmark</a:t>
            </a:r>
          </a:p>
        </p:txBody>
      </p:sp>
      <p:sp>
        <p:nvSpPr>
          <p:cNvPr id="2" name="">
            <a:extLst xmlns:a="http://schemas.openxmlformats.org/drawingml/2006/main">
              <a:ext uri="{FF2B5EF4-FFF2-40B4-BE49-F238E27FC236}">
                <a16:creationId xmlns:a16="http://schemas.microsoft.com/office/drawing/2014/main" id="{F230CC57-B94E-4E30-B542-5EE523532AE8}"/>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36 distinct retained locations grouped into eight simulated geographic clients.</a:t>
            </a:r>
          </a:p>
        </p:txBody>
      </p:sp>
      <p:sp>
        <p:nvSpPr>
          <p:cNvPr id="3" name="">
            <a:extLst xmlns:a="http://schemas.openxmlformats.org/drawingml/2006/main">
              <a:ext uri="{FF2B5EF4-FFF2-40B4-BE49-F238E27FC236}">
                <a16:creationId xmlns:a16="http://schemas.microsoft.com/office/drawing/2014/main" id="{5E5F9BCF-C5FB-4E55-8F64-2F0E4F13FFC2}"/>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791D32C6-079E-4461-B8D0-B0F066D6F9BE}"/>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05562565-8EB0-4AE5-B140-FE97E8BB0D6D}"/>
              </a:ext>
            </a:extLst>
          </p:cNvPr>
          <p:cNvSpPr>
            <a:spLocks xmlns:a="http://schemas.openxmlformats.org/drawingml/2006/main" noGrp="1"/>
          </p:cNvSpPr>
          <p:nvPr/>
        </p:nvSpPr>
        <p:spPr>
          <a:xfrm xmlns:a="http://schemas.openxmlformats.org/drawingml/2006/main">
            <a:off x="628650" y="2190750"/>
            <a:ext cx="361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950" b="1">
                <a:solidFill>
                  <a:srgbClr val="27775D"/>
                </a:solidFill>
                <a:latin typeface="Aptos"/>
                <a:ea typeface="Aptos"/>
                <a:cs typeface="Aptos"/>
              </a:defRPr>
            </a:defPPr>
            <a:lvl1pPr algn="l">
              <a:defRPr sz="4950" b="1">
                <a:solidFill>
                  <a:srgbClr val="27775D"/>
                </a:solidFill>
                <a:latin typeface="Aptos"/>
                <a:ea typeface="Aptos"/>
                <a:cs typeface="Aptos"/>
              </a:defRPr>
            </a:lvl1pPr>
            <a:lvl2pPr algn="l">
              <a:defRPr sz="4950" b="1">
                <a:solidFill>
                  <a:srgbClr val="27775D"/>
                </a:solidFill>
                <a:latin typeface="Aptos"/>
                <a:ea typeface="Aptos"/>
                <a:cs typeface="Aptos"/>
              </a:defRPr>
            </a:lvl2pPr>
            <a:lvl3pPr algn="l">
              <a:defRPr sz="4950" b="1">
                <a:solidFill>
                  <a:srgbClr val="27775D"/>
                </a:solidFill>
                <a:latin typeface="Aptos"/>
                <a:ea typeface="Aptos"/>
                <a:cs typeface="Aptos"/>
              </a:defRPr>
            </a:lvl3pPr>
            <a:lvl4pPr algn="l">
              <a:defRPr sz="4950" b="1">
                <a:solidFill>
                  <a:srgbClr val="27775D"/>
                </a:solidFill>
                <a:latin typeface="Aptos"/>
                <a:ea typeface="Aptos"/>
                <a:cs typeface="Aptos"/>
              </a:defRPr>
            </a:lvl4pPr>
            <a:lvl5pPr algn="l">
              <a:defRPr sz="4950" b="1">
                <a:solidFill>
                  <a:srgbClr val="27775D"/>
                </a:solidFill>
                <a:latin typeface="Aptos"/>
                <a:ea typeface="Aptos"/>
                <a:cs typeface="Aptos"/>
              </a:defRPr>
            </a:lvl5pPr>
            <a:lvl6pPr algn="l">
              <a:defRPr sz="4950" b="1">
                <a:solidFill>
                  <a:srgbClr val="27775D"/>
                </a:solidFill>
                <a:latin typeface="Aptos"/>
                <a:ea typeface="Aptos"/>
                <a:cs typeface="Aptos"/>
              </a:defRPr>
            </a:lvl6pPr>
            <a:lvl7pPr algn="l">
              <a:defRPr sz="4950" b="1">
                <a:solidFill>
                  <a:srgbClr val="27775D"/>
                </a:solidFill>
                <a:latin typeface="Aptos"/>
                <a:ea typeface="Aptos"/>
                <a:cs typeface="Aptos"/>
              </a:defRPr>
            </a:lvl7pPr>
            <a:lvl8pPr algn="l">
              <a:defRPr sz="4950" b="1">
                <a:solidFill>
                  <a:srgbClr val="27775D"/>
                </a:solidFill>
                <a:latin typeface="Aptos"/>
                <a:ea typeface="Aptos"/>
                <a:cs typeface="Aptos"/>
              </a:defRPr>
            </a:lvl8pPr>
            <a:lvl9pPr algn="l">
              <a:defRPr sz="4950" b="1">
                <a:solidFill>
                  <a:srgbClr val="27775D"/>
                </a:solidFill>
                <a:latin typeface="Aptos"/>
                <a:ea typeface="Aptos"/>
                <a:cs typeface="Aptos"/>
              </a:defRPr>
            </a:lvl9pPr>
          </a:lstStyle>
          <a:p xmlns:a="http://schemas.openxmlformats.org/drawingml/2006/main">
            <a:pPr algn="l">
              <a:defRPr sz="4950" b="1">
                <a:solidFill>
                  <a:srgbClr val="27775D"/>
                </a:solidFill>
                <a:latin typeface="Aptos"/>
                <a:ea typeface="Aptos"/>
                <a:cs typeface="Aptos"/>
              </a:defRPr>
            </a:pPr>
            <a:r>
              <a:rPr sz="4950" b="1">
                <a:solidFill>
                  <a:srgbClr val="27775D"/>
                </a:solidFill>
                <a:latin typeface="Aptos"/>
                <a:ea typeface="Aptos"/>
                <a:cs typeface="Aptos"/>
              </a:rPr>
              <a:t>39 → 36</a:t>
            </a:r>
          </a:p>
        </p:txBody>
      </p:sp>
      <p:sp>
        <p:nvSpPr>
          <p:cNvPr id="6" name="">
            <a:extLst xmlns:a="http://schemas.openxmlformats.org/drawingml/2006/main">
              <a:ext uri="{FF2B5EF4-FFF2-40B4-BE49-F238E27FC236}">
                <a16:creationId xmlns:a16="http://schemas.microsoft.com/office/drawing/2014/main" id="{D2BFCAA0-8921-47A9-B288-EDF00C1F0F7B}"/>
              </a:ext>
            </a:extLst>
          </p:cNvPr>
          <p:cNvSpPr>
            <a:spLocks xmlns:a="http://schemas.openxmlformats.org/drawingml/2006/main" noGrp="1"/>
          </p:cNvSpPr>
          <p:nvPr/>
        </p:nvSpPr>
        <p:spPr>
          <a:xfrm xmlns:a="http://schemas.openxmlformats.org/drawingml/2006/main">
            <a:off x="657225" y="3038475"/>
            <a:ext cx="361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A6F76"/>
                </a:solidFill>
                <a:latin typeface="Aptos"/>
                <a:ea typeface="Aptos"/>
                <a:cs typeface="Aptos"/>
              </a:defRPr>
            </a:defPPr>
            <a:lvl1pPr algn="l">
              <a:defRPr sz="1875" b="0">
                <a:solidFill>
                  <a:srgbClr val="5A6F76"/>
                </a:solidFill>
                <a:latin typeface="Aptos"/>
                <a:ea typeface="Aptos"/>
                <a:cs typeface="Aptos"/>
              </a:defRPr>
            </a:lvl1pPr>
            <a:lvl2pPr algn="l">
              <a:defRPr sz="1875" b="0">
                <a:solidFill>
                  <a:srgbClr val="5A6F76"/>
                </a:solidFill>
                <a:latin typeface="Aptos"/>
                <a:ea typeface="Aptos"/>
                <a:cs typeface="Aptos"/>
              </a:defRPr>
            </a:lvl2pPr>
            <a:lvl3pPr algn="l">
              <a:defRPr sz="1875" b="0">
                <a:solidFill>
                  <a:srgbClr val="5A6F76"/>
                </a:solidFill>
                <a:latin typeface="Aptos"/>
                <a:ea typeface="Aptos"/>
                <a:cs typeface="Aptos"/>
              </a:defRPr>
            </a:lvl3pPr>
            <a:lvl4pPr algn="l">
              <a:defRPr sz="1875" b="0">
                <a:solidFill>
                  <a:srgbClr val="5A6F76"/>
                </a:solidFill>
                <a:latin typeface="Aptos"/>
                <a:ea typeface="Aptos"/>
                <a:cs typeface="Aptos"/>
              </a:defRPr>
            </a:lvl4pPr>
            <a:lvl5pPr algn="l">
              <a:defRPr sz="1875" b="0">
                <a:solidFill>
                  <a:srgbClr val="5A6F76"/>
                </a:solidFill>
                <a:latin typeface="Aptos"/>
                <a:ea typeface="Aptos"/>
                <a:cs typeface="Aptos"/>
              </a:defRPr>
            </a:lvl5pPr>
            <a:lvl6pPr algn="l">
              <a:defRPr sz="1875" b="0">
                <a:solidFill>
                  <a:srgbClr val="5A6F76"/>
                </a:solidFill>
                <a:latin typeface="Aptos"/>
                <a:ea typeface="Aptos"/>
                <a:cs typeface="Aptos"/>
              </a:defRPr>
            </a:lvl6pPr>
            <a:lvl7pPr algn="l">
              <a:defRPr sz="1875" b="0">
                <a:solidFill>
                  <a:srgbClr val="5A6F76"/>
                </a:solidFill>
                <a:latin typeface="Aptos"/>
                <a:ea typeface="Aptos"/>
                <a:cs typeface="Aptos"/>
              </a:defRPr>
            </a:lvl7pPr>
            <a:lvl8pPr algn="l">
              <a:defRPr sz="1875" b="0">
                <a:solidFill>
                  <a:srgbClr val="5A6F76"/>
                </a:solidFill>
                <a:latin typeface="Aptos"/>
                <a:ea typeface="Aptos"/>
                <a:cs typeface="Aptos"/>
              </a:defRPr>
            </a:lvl8pPr>
            <a:lvl9pPr algn="l">
              <a:defRPr sz="1875" b="0">
                <a:solidFill>
                  <a:srgbClr val="5A6F76"/>
                </a:solidFill>
                <a:latin typeface="Aptos"/>
                <a:ea typeface="Aptos"/>
                <a:cs typeface="Aptos"/>
              </a:defRPr>
            </a:lvl9pPr>
          </a:lstStyle>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Catalog entries → retained sites</a:t>
            </a:r>
          </a:p>
        </p:txBody>
      </p:sp>
      <p:sp>
        <p:nvSpPr>
          <p:cNvPr id="7" name="">
            <a:extLst xmlns:a="http://schemas.openxmlformats.org/drawingml/2006/main">
              <a:ext uri="{FF2B5EF4-FFF2-40B4-BE49-F238E27FC236}">
                <a16:creationId xmlns:a16="http://schemas.microsoft.com/office/drawing/2014/main" id="{8FBCB7AB-51A1-48F3-A786-3AABB2D21CFB}"/>
              </a:ext>
            </a:extLst>
          </p:cNvPr>
          <p:cNvSpPr>
            <a:spLocks xmlns:a="http://schemas.openxmlformats.org/drawingml/2006/main" noGrp="1"/>
          </p:cNvSpPr>
          <p:nvPr/>
        </p:nvSpPr>
        <p:spPr>
          <a:xfrm xmlns:a="http://schemas.openxmlformats.org/drawingml/2006/main">
            <a:off x="657225" y="3857625"/>
            <a:ext cx="1905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1">
                <a:solidFill>
                  <a:srgbClr val="173C4B"/>
                </a:solidFill>
                <a:latin typeface="Aptos"/>
                <a:ea typeface="Aptos"/>
                <a:cs typeface="Aptos"/>
              </a:defRPr>
            </a:defPPr>
            <a:lvl1pPr algn="l">
              <a:defRPr sz="3600" b="1">
                <a:solidFill>
                  <a:srgbClr val="173C4B"/>
                </a:solidFill>
                <a:latin typeface="Aptos"/>
                <a:ea typeface="Aptos"/>
                <a:cs typeface="Aptos"/>
              </a:defRPr>
            </a:lvl1pPr>
            <a:lvl2pPr algn="l">
              <a:defRPr sz="3600" b="1">
                <a:solidFill>
                  <a:srgbClr val="173C4B"/>
                </a:solidFill>
                <a:latin typeface="Aptos"/>
                <a:ea typeface="Aptos"/>
                <a:cs typeface="Aptos"/>
              </a:defRPr>
            </a:lvl2pPr>
            <a:lvl3pPr algn="l">
              <a:defRPr sz="3600" b="1">
                <a:solidFill>
                  <a:srgbClr val="173C4B"/>
                </a:solidFill>
                <a:latin typeface="Aptos"/>
                <a:ea typeface="Aptos"/>
                <a:cs typeface="Aptos"/>
              </a:defRPr>
            </a:lvl3pPr>
            <a:lvl4pPr algn="l">
              <a:defRPr sz="3600" b="1">
                <a:solidFill>
                  <a:srgbClr val="173C4B"/>
                </a:solidFill>
                <a:latin typeface="Aptos"/>
                <a:ea typeface="Aptos"/>
                <a:cs typeface="Aptos"/>
              </a:defRPr>
            </a:lvl4pPr>
            <a:lvl5pPr algn="l">
              <a:defRPr sz="3600" b="1">
                <a:solidFill>
                  <a:srgbClr val="173C4B"/>
                </a:solidFill>
                <a:latin typeface="Aptos"/>
                <a:ea typeface="Aptos"/>
                <a:cs typeface="Aptos"/>
              </a:defRPr>
            </a:lvl5pPr>
            <a:lvl6pPr algn="l">
              <a:defRPr sz="3600" b="1">
                <a:solidFill>
                  <a:srgbClr val="173C4B"/>
                </a:solidFill>
                <a:latin typeface="Aptos"/>
                <a:ea typeface="Aptos"/>
                <a:cs typeface="Aptos"/>
              </a:defRPr>
            </a:lvl6pPr>
            <a:lvl7pPr algn="l">
              <a:defRPr sz="3600" b="1">
                <a:solidFill>
                  <a:srgbClr val="173C4B"/>
                </a:solidFill>
                <a:latin typeface="Aptos"/>
                <a:ea typeface="Aptos"/>
                <a:cs typeface="Aptos"/>
              </a:defRPr>
            </a:lvl7pPr>
            <a:lvl8pPr algn="l">
              <a:defRPr sz="3600" b="1">
                <a:solidFill>
                  <a:srgbClr val="173C4B"/>
                </a:solidFill>
                <a:latin typeface="Aptos"/>
                <a:ea typeface="Aptos"/>
                <a:cs typeface="Aptos"/>
              </a:defRPr>
            </a:lvl8pPr>
            <a:lvl9pPr algn="l">
              <a:defRPr sz="3600" b="1">
                <a:solidFill>
                  <a:srgbClr val="173C4B"/>
                </a:solidFill>
                <a:latin typeface="Aptos"/>
                <a:ea typeface="Aptos"/>
                <a:cs typeface="Aptos"/>
              </a:defRPr>
            </a:lvl9pPr>
          </a:lstStyle>
          <a:p xmlns:a="http://schemas.openxmlformats.org/drawingml/2006/main">
            <a:pPr algn="l">
              <a:defRPr sz="3600" b="1">
                <a:solidFill>
                  <a:srgbClr val="173C4B"/>
                </a:solidFill>
                <a:latin typeface="Aptos"/>
                <a:ea typeface="Aptos"/>
                <a:cs typeface="Aptos"/>
              </a:defRPr>
            </a:pPr>
            <a:r>
              <a:rPr sz="3600" b="1">
                <a:solidFill>
                  <a:srgbClr val="173C4B"/>
                </a:solidFill>
                <a:latin typeface="Aptos"/>
                <a:ea typeface="Aptos"/>
                <a:cs typeface="Aptos"/>
              </a:rPr>
              <a:t>70%</a:t>
            </a:r>
          </a:p>
        </p:txBody>
      </p:sp>
      <p:sp>
        <p:nvSpPr>
          <p:cNvPr id="8" name="">
            <a:extLst xmlns:a="http://schemas.openxmlformats.org/drawingml/2006/main">
              <a:ext uri="{FF2B5EF4-FFF2-40B4-BE49-F238E27FC236}">
                <a16:creationId xmlns:a16="http://schemas.microsoft.com/office/drawing/2014/main" id="{3242A3B4-5A19-48A3-A09B-014619C3A84E}"/>
              </a:ext>
            </a:extLst>
          </p:cNvPr>
          <p:cNvSpPr>
            <a:spLocks xmlns:a="http://schemas.openxmlformats.org/drawingml/2006/main" noGrp="1"/>
          </p:cNvSpPr>
          <p:nvPr/>
        </p:nvSpPr>
        <p:spPr>
          <a:xfrm xmlns:a="http://schemas.openxmlformats.org/drawingml/2006/main">
            <a:off x="676275" y="44577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A6F76"/>
                </a:solidFill>
                <a:latin typeface="Aptos"/>
                <a:ea typeface="Aptos"/>
                <a:cs typeface="Aptos"/>
              </a:defRPr>
            </a:defPPr>
            <a:lvl1pPr algn="l">
              <a:defRPr sz="1800" b="0">
                <a:solidFill>
                  <a:srgbClr val="5A6F76"/>
                </a:solidFill>
                <a:latin typeface="Aptos"/>
                <a:ea typeface="Aptos"/>
                <a:cs typeface="Aptos"/>
              </a:defRPr>
            </a:lvl1pPr>
            <a:lvl2pPr algn="l">
              <a:defRPr sz="1800" b="0">
                <a:solidFill>
                  <a:srgbClr val="5A6F76"/>
                </a:solidFill>
                <a:latin typeface="Aptos"/>
                <a:ea typeface="Aptos"/>
                <a:cs typeface="Aptos"/>
              </a:defRPr>
            </a:lvl2pPr>
            <a:lvl3pPr algn="l">
              <a:defRPr sz="1800" b="0">
                <a:solidFill>
                  <a:srgbClr val="5A6F76"/>
                </a:solidFill>
                <a:latin typeface="Aptos"/>
                <a:ea typeface="Aptos"/>
                <a:cs typeface="Aptos"/>
              </a:defRPr>
            </a:lvl3pPr>
            <a:lvl4pPr algn="l">
              <a:defRPr sz="1800" b="0">
                <a:solidFill>
                  <a:srgbClr val="5A6F76"/>
                </a:solidFill>
                <a:latin typeface="Aptos"/>
                <a:ea typeface="Aptos"/>
                <a:cs typeface="Aptos"/>
              </a:defRPr>
            </a:lvl4pPr>
            <a:lvl5pPr algn="l">
              <a:defRPr sz="1800" b="0">
                <a:solidFill>
                  <a:srgbClr val="5A6F76"/>
                </a:solidFill>
                <a:latin typeface="Aptos"/>
                <a:ea typeface="Aptos"/>
                <a:cs typeface="Aptos"/>
              </a:defRPr>
            </a:lvl5pPr>
            <a:lvl6pPr algn="l">
              <a:defRPr sz="1800" b="0">
                <a:solidFill>
                  <a:srgbClr val="5A6F76"/>
                </a:solidFill>
                <a:latin typeface="Aptos"/>
                <a:ea typeface="Aptos"/>
                <a:cs typeface="Aptos"/>
              </a:defRPr>
            </a:lvl6pPr>
            <a:lvl7pPr algn="l">
              <a:defRPr sz="1800" b="0">
                <a:solidFill>
                  <a:srgbClr val="5A6F76"/>
                </a:solidFill>
                <a:latin typeface="Aptos"/>
                <a:ea typeface="Aptos"/>
                <a:cs typeface="Aptos"/>
              </a:defRPr>
            </a:lvl7pPr>
            <a:lvl8pPr algn="l">
              <a:defRPr sz="1800" b="0">
                <a:solidFill>
                  <a:srgbClr val="5A6F76"/>
                </a:solidFill>
                <a:latin typeface="Aptos"/>
                <a:ea typeface="Aptos"/>
                <a:cs typeface="Aptos"/>
              </a:defRPr>
            </a:lvl8pPr>
            <a:lvl9pPr algn="l">
              <a:defRPr sz="1800" b="0">
                <a:solidFill>
                  <a:srgbClr val="5A6F76"/>
                </a:solidFill>
                <a:latin typeface="Aptos"/>
                <a:ea typeface="Aptos"/>
                <a:cs typeface="Aptos"/>
              </a:defRPr>
            </a:lvl9pPr>
          </a:lstStyle>
          <a:p xmlns:a="http://schemas.openxmlformats.org/drawingml/2006/main">
            <a:pPr algn="l">
              <a:defRPr sz="1800" b="0">
                <a:solidFill>
                  <a:srgbClr val="5A6F76"/>
                </a:solidFill>
                <a:latin typeface="Aptos"/>
                <a:ea typeface="Aptos"/>
                <a:cs typeface="Aptos"/>
              </a:defRPr>
            </a:pPr>
            <a:r>
              <a:rPr sz="1800" b="0">
                <a:solidFill>
                  <a:srgbClr val="5A6F76"/>
                </a:solidFill>
                <a:latin typeface="Aptos"/>
                <a:ea typeface="Aptos"/>
                <a:cs typeface="Aptos"/>
              </a:rPr>
              <a:t>Minimum hourly coverage</a:t>
            </a:r>
          </a:p>
        </p:txBody>
      </p:sp>
      <p:sp>
        <p:nvSpPr>
          <p:cNvPr id="9" name="">
            <a:extLst xmlns:a="http://schemas.openxmlformats.org/drawingml/2006/main">
              <a:ext uri="{FF2B5EF4-FFF2-40B4-BE49-F238E27FC236}">
                <a16:creationId xmlns:a16="http://schemas.microsoft.com/office/drawing/2014/main" id="{0294C4E1-26D6-43C5-8EF0-F10A65A009C2}"/>
              </a:ext>
            </a:extLst>
          </p:cNvPr>
          <p:cNvSpPr>
            <a:spLocks xmlns:a="http://schemas.openxmlformats.org/drawingml/2006/main" noGrp="1"/>
          </p:cNvSpPr>
          <p:nvPr/>
        </p:nvSpPr>
        <p:spPr>
          <a:xfrm xmlns:a="http://schemas.openxmlformats.org/drawingml/2006/main">
            <a:off x="657225" y="5238750"/>
            <a:ext cx="357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73C4B"/>
                </a:solidFill>
                <a:latin typeface="Aptos"/>
                <a:ea typeface="Aptos"/>
                <a:cs typeface="Aptos"/>
              </a:defRPr>
            </a:defPPr>
            <a:lvl1pPr algn="l">
              <a:defRPr sz="2100" b="1">
                <a:solidFill>
                  <a:srgbClr val="173C4B"/>
                </a:solidFill>
                <a:latin typeface="Aptos"/>
                <a:ea typeface="Aptos"/>
                <a:cs typeface="Aptos"/>
              </a:defRPr>
            </a:lvl1pPr>
            <a:lvl2pPr algn="l">
              <a:defRPr sz="2100" b="1">
                <a:solidFill>
                  <a:srgbClr val="173C4B"/>
                </a:solidFill>
                <a:latin typeface="Aptos"/>
                <a:ea typeface="Aptos"/>
                <a:cs typeface="Aptos"/>
              </a:defRPr>
            </a:lvl2pPr>
            <a:lvl3pPr algn="l">
              <a:defRPr sz="2100" b="1">
                <a:solidFill>
                  <a:srgbClr val="173C4B"/>
                </a:solidFill>
                <a:latin typeface="Aptos"/>
                <a:ea typeface="Aptos"/>
                <a:cs typeface="Aptos"/>
              </a:defRPr>
            </a:lvl3pPr>
            <a:lvl4pPr algn="l">
              <a:defRPr sz="2100" b="1">
                <a:solidFill>
                  <a:srgbClr val="173C4B"/>
                </a:solidFill>
                <a:latin typeface="Aptos"/>
                <a:ea typeface="Aptos"/>
                <a:cs typeface="Aptos"/>
              </a:defRPr>
            </a:lvl4pPr>
            <a:lvl5pPr algn="l">
              <a:defRPr sz="2100" b="1">
                <a:solidFill>
                  <a:srgbClr val="173C4B"/>
                </a:solidFill>
                <a:latin typeface="Aptos"/>
                <a:ea typeface="Aptos"/>
                <a:cs typeface="Aptos"/>
              </a:defRPr>
            </a:lvl5pPr>
            <a:lvl6pPr algn="l">
              <a:defRPr sz="2100" b="1">
                <a:solidFill>
                  <a:srgbClr val="173C4B"/>
                </a:solidFill>
                <a:latin typeface="Aptos"/>
                <a:ea typeface="Aptos"/>
                <a:cs typeface="Aptos"/>
              </a:defRPr>
            </a:lvl6pPr>
            <a:lvl7pPr algn="l">
              <a:defRPr sz="2100" b="1">
                <a:solidFill>
                  <a:srgbClr val="173C4B"/>
                </a:solidFill>
                <a:latin typeface="Aptos"/>
                <a:ea typeface="Aptos"/>
                <a:cs typeface="Aptos"/>
              </a:defRPr>
            </a:lvl7pPr>
            <a:lvl8pPr algn="l">
              <a:defRPr sz="2100" b="1">
                <a:solidFill>
                  <a:srgbClr val="173C4B"/>
                </a:solidFill>
                <a:latin typeface="Aptos"/>
                <a:ea typeface="Aptos"/>
                <a:cs typeface="Aptos"/>
              </a:defRPr>
            </a:lvl8pPr>
            <a:lvl9pPr algn="l">
              <a:defRPr sz="2100" b="1">
                <a:solidFill>
                  <a:srgbClr val="173C4B"/>
                </a:solidFill>
                <a:latin typeface="Aptos"/>
                <a:ea typeface="Aptos"/>
                <a:cs typeface="Aptos"/>
              </a:defRPr>
            </a:lvl9pPr>
          </a:lstStyle>
          <a:p xmlns:a="http://schemas.openxmlformats.org/drawingml/2006/main">
            <a:pPr algn="l">
              <a:defRPr sz="2100" b="1">
                <a:solidFill>
                  <a:srgbClr val="173C4B"/>
                </a:solidFill>
                <a:latin typeface="Aptos"/>
                <a:ea typeface="Aptos"/>
                <a:cs typeface="Aptos"/>
              </a:defRPr>
            </a:pPr>
            <a:r>
              <a:rPr sz="2100" b="1">
                <a:solidFill>
                  <a:srgbClr val="173C4B"/>
                </a:solidFill>
                <a:latin typeface="Aptos"/>
                <a:ea typeface="Aptos"/>
                <a:cs typeface="Aptos"/>
              </a:rPr>
              <a:t>Reference labels stay unimputed</a:t>
            </a:r>
          </a:p>
        </p:txBody>
      </p:sp>
      <p:pic>
        <p:nvPicPr>
          <p:cNvPr id="10" name="">
            <a:extLst xmlns:a="http://schemas.openxmlformats.org/drawingml/2006/main">
              <a:ext uri="{FF2B5EF4-FFF2-40B4-BE49-F238E27FC236}">
                <a16:creationId xmlns:a16="http://schemas.microsoft.com/office/drawing/2014/main" id="{5800F470-69BC-46A5-9EDB-98633F3BF585}"/>
              </a:ext>
            </a:extLst>
          </p:cNvPr>
          <p:cNvPicPr>
            <a:picLocks xmlns:a="http://schemas.openxmlformats.org/drawingml/2006/main" noChangeAspect="1"/>
          </p:cNvPicPr>
          <p:nvPr/>
        </p:nvPicPr>
        <p:blipFill>
          <a:blip xmlns:r="http://schemas.openxmlformats.org/officeDocument/2006/relationships" xmlns:a="http://schemas.openxmlformats.org/drawingml/2006/main" r:embed="R6feca80e23d6495b"/>
          <a:stretch xmlns:a="http://schemas.openxmlformats.org/drawingml/2006/main"/>
        </p:blipFill>
        <p:spPr>
          <a:xfrm xmlns:a="http://schemas.openxmlformats.org/drawingml/2006/main">
            <a:off x="5363517" y="1952625"/>
            <a:ext cx="5236866" cy="4038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1BAAFFC-9C9B-4F8A-A275-92BF3714D516}"/>
              </a:ext>
            </a:extLst>
          </p:cNvPr>
          <p:cNvSpPr>
            <a:spLocks xmlns:a="http://schemas.openxmlformats.org/drawingml/2006/main" noGrp="1"/>
          </p:cNvSpPr>
          <p:nvPr/>
        </p:nvSpPr>
        <p:spPr>
          <a:xfrm xmlns:a="http://schemas.openxmlformats.org/drawingml/2006/main">
            <a:off x="619125" y="6067425"/>
            <a:ext cx="1100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75" b="0">
                <a:solidFill>
                  <a:srgbClr val="5A6F76"/>
                </a:solidFill>
                <a:latin typeface="Aptos"/>
                <a:ea typeface="Aptos"/>
                <a:cs typeface="Aptos"/>
              </a:defRPr>
            </a:defPPr>
            <a:lvl1pPr algn="l">
              <a:defRPr sz="1275" b="0">
                <a:solidFill>
                  <a:srgbClr val="5A6F76"/>
                </a:solidFill>
                <a:latin typeface="Aptos"/>
                <a:ea typeface="Aptos"/>
                <a:cs typeface="Aptos"/>
              </a:defRPr>
            </a:lvl1pPr>
            <a:lvl2pPr algn="l">
              <a:defRPr sz="1275" b="0">
                <a:solidFill>
                  <a:srgbClr val="5A6F76"/>
                </a:solidFill>
                <a:latin typeface="Aptos"/>
                <a:ea typeface="Aptos"/>
                <a:cs typeface="Aptos"/>
              </a:defRPr>
            </a:lvl2pPr>
            <a:lvl3pPr algn="l">
              <a:defRPr sz="1275" b="0">
                <a:solidFill>
                  <a:srgbClr val="5A6F76"/>
                </a:solidFill>
                <a:latin typeface="Aptos"/>
                <a:ea typeface="Aptos"/>
                <a:cs typeface="Aptos"/>
              </a:defRPr>
            </a:lvl3pPr>
            <a:lvl4pPr algn="l">
              <a:defRPr sz="1275" b="0">
                <a:solidFill>
                  <a:srgbClr val="5A6F76"/>
                </a:solidFill>
                <a:latin typeface="Aptos"/>
                <a:ea typeface="Aptos"/>
                <a:cs typeface="Aptos"/>
              </a:defRPr>
            </a:lvl4pPr>
            <a:lvl5pPr algn="l">
              <a:defRPr sz="1275" b="0">
                <a:solidFill>
                  <a:srgbClr val="5A6F76"/>
                </a:solidFill>
                <a:latin typeface="Aptos"/>
                <a:ea typeface="Aptos"/>
                <a:cs typeface="Aptos"/>
              </a:defRPr>
            </a:lvl5pPr>
            <a:lvl6pPr algn="l">
              <a:defRPr sz="1275" b="0">
                <a:solidFill>
                  <a:srgbClr val="5A6F76"/>
                </a:solidFill>
                <a:latin typeface="Aptos"/>
                <a:ea typeface="Aptos"/>
                <a:cs typeface="Aptos"/>
              </a:defRPr>
            </a:lvl6pPr>
            <a:lvl7pPr algn="l">
              <a:defRPr sz="1275" b="0">
                <a:solidFill>
                  <a:srgbClr val="5A6F76"/>
                </a:solidFill>
                <a:latin typeface="Aptos"/>
                <a:ea typeface="Aptos"/>
                <a:cs typeface="Aptos"/>
              </a:defRPr>
            </a:lvl7pPr>
            <a:lvl8pPr algn="l">
              <a:defRPr sz="1275" b="0">
                <a:solidFill>
                  <a:srgbClr val="5A6F76"/>
                </a:solidFill>
                <a:latin typeface="Aptos"/>
                <a:ea typeface="Aptos"/>
                <a:cs typeface="Aptos"/>
              </a:defRPr>
            </a:lvl8pPr>
            <a:lvl9pPr algn="l">
              <a:defRPr sz="1275" b="0">
                <a:solidFill>
                  <a:srgbClr val="5A6F76"/>
                </a:solidFill>
                <a:latin typeface="Aptos"/>
                <a:ea typeface="Aptos"/>
                <a:cs typeface="Aptos"/>
              </a:defRPr>
            </a:lvl9pPr>
          </a:lstStyle>
          <a:p xmlns:a="http://schemas.openxmlformats.org/drawingml/2006/main">
            <a:pPr algn="l">
              <a:defRPr sz="1275" b="0">
                <a:solidFill>
                  <a:srgbClr val="5A6F76"/>
                </a:solidFill>
                <a:latin typeface="Aptos"/>
                <a:ea typeface="Aptos"/>
                <a:cs typeface="Aptos"/>
              </a:defRPr>
            </a:pPr>
            <a:r>
              <a:rPr sz="1275" b="0">
                <a:solidFill>
                  <a:srgbClr val="5A6F76"/>
                </a:solidFill>
                <a:latin typeface="Aptos"/>
                <a:ea typeface="Aptos"/>
                <a:cs typeface="Aptos"/>
              </a:rPr>
              <a:t>Input fill ≤ 3 h · PM2.5 outside 0–2,000 µg/m³ excluded · Entries within 50 m consolidated</a:t>
            </a:r>
          </a:p>
        </p:txBody>
      </p:sp>
    </p:spTree>
    <p:extLst>
      <p:ext uri="{BB962C8B-B14F-4D97-AF65-F5344CB8AC3E}">
        <p14:creationId xmlns:p14="http://schemas.microsoft.com/office/powerpoint/2010/main" val="1454467579"/>
      </p:ext>
    </p:extLst>
  </p:cSld>
</p:sld>
</file>

<file path=ppt/slides/slide5.xml><?xml version="1.0" encoding="utf-8"?>
<p:sld xmlns:p="http://schemas.openxmlformats.org/presentationml/2006/main">
  <p:cSld>
    <p:bg>
      <p:bgPr>
        <a:solidFill xmlns:a="http://schemas.openxmlformats.org/drawingml/2006/main">
          <a:srgbClr val="102D3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3210C85-B632-4C24-9174-1A4C0A2759E8}"/>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FFFFFF"/>
                </a:solidFill>
                <a:latin typeface="Aptos"/>
                <a:ea typeface="Aptos"/>
                <a:cs typeface="Aptos"/>
              </a:defRPr>
            </a:defPPr>
            <a:lvl1pPr algn="l">
              <a:defRPr sz="3375" b="1">
                <a:solidFill>
                  <a:srgbClr val="FFFFFF"/>
                </a:solidFill>
                <a:latin typeface="Aptos"/>
                <a:ea typeface="Aptos"/>
                <a:cs typeface="Aptos"/>
              </a:defRPr>
            </a:lvl1pPr>
            <a:lvl2pPr algn="l">
              <a:defRPr sz="3375" b="1">
                <a:solidFill>
                  <a:srgbClr val="FFFFFF"/>
                </a:solidFill>
                <a:latin typeface="Aptos"/>
                <a:ea typeface="Aptos"/>
                <a:cs typeface="Aptos"/>
              </a:defRPr>
            </a:lvl2pPr>
            <a:lvl3pPr algn="l">
              <a:defRPr sz="3375" b="1">
                <a:solidFill>
                  <a:srgbClr val="FFFFFF"/>
                </a:solidFill>
                <a:latin typeface="Aptos"/>
                <a:ea typeface="Aptos"/>
                <a:cs typeface="Aptos"/>
              </a:defRPr>
            </a:lvl3pPr>
            <a:lvl4pPr algn="l">
              <a:defRPr sz="3375" b="1">
                <a:solidFill>
                  <a:srgbClr val="FFFFFF"/>
                </a:solidFill>
                <a:latin typeface="Aptos"/>
                <a:ea typeface="Aptos"/>
                <a:cs typeface="Aptos"/>
              </a:defRPr>
            </a:lvl4pPr>
            <a:lvl5pPr algn="l">
              <a:defRPr sz="3375" b="1">
                <a:solidFill>
                  <a:srgbClr val="FFFFFF"/>
                </a:solidFill>
                <a:latin typeface="Aptos"/>
                <a:ea typeface="Aptos"/>
                <a:cs typeface="Aptos"/>
              </a:defRPr>
            </a:lvl5pPr>
            <a:lvl6pPr algn="l">
              <a:defRPr sz="3375" b="1">
                <a:solidFill>
                  <a:srgbClr val="FFFFFF"/>
                </a:solidFill>
                <a:latin typeface="Aptos"/>
                <a:ea typeface="Aptos"/>
                <a:cs typeface="Aptos"/>
              </a:defRPr>
            </a:lvl6pPr>
            <a:lvl7pPr algn="l">
              <a:defRPr sz="3375" b="1">
                <a:solidFill>
                  <a:srgbClr val="FFFFFF"/>
                </a:solidFill>
                <a:latin typeface="Aptos"/>
                <a:ea typeface="Aptos"/>
                <a:cs typeface="Aptos"/>
              </a:defRPr>
            </a:lvl7pPr>
            <a:lvl8pPr algn="l">
              <a:defRPr sz="3375" b="1">
                <a:solidFill>
                  <a:srgbClr val="FFFFFF"/>
                </a:solidFill>
                <a:latin typeface="Aptos"/>
                <a:ea typeface="Aptos"/>
                <a:cs typeface="Aptos"/>
              </a:defRPr>
            </a:lvl8pPr>
            <a:lvl9pPr algn="l">
              <a:defRPr sz="3375" b="1">
                <a:solidFill>
                  <a:srgbClr val="FFFFFF"/>
                </a:solidFill>
                <a:latin typeface="Aptos"/>
                <a:ea typeface="Aptos"/>
                <a:cs typeface="Aptos"/>
              </a:defRPr>
            </a:lvl9pPr>
          </a:lstStyle>
          <a:p xmlns:a="http://schemas.openxmlformats.org/drawingml/2006/main">
            <a:pPr algn="l">
              <a:defRPr sz="3375" b="1">
                <a:solidFill>
                  <a:srgbClr val="FFFFFF"/>
                </a:solidFill>
                <a:latin typeface="Aptos"/>
                <a:ea typeface="Aptos"/>
                <a:cs typeface="Aptos"/>
              </a:defRPr>
            </a:pPr>
            <a:r>
              <a:rPr sz="3375" b="1">
                <a:solidFill>
                  <a:srgbClr val="FFFFFF"/>
                </a:solidFill>
                <a:latin typeface="Aptos"/>
                <a:ea typeface="Aptos"/>
                <a:cs typeface="Aptos"/>
              </a:rPr>
              <a:t>How the federated simulation works</a:t>
            </a:r>
          </a:p>
        </p:txBody>
      </p:sp>
      <p:sp>
        <p:nvSpPr>
          <p:cNvPr id="2" name="">
            <a:extLst xmlns:a="http://schemas.openxmlformats.org/drawingml/2006/main">
              <a:ext uri="{FF2B5EF4-FFF2-40B4-BE49-F238E27FC236}">
                <a16:creationId xmlns:a16="http://schemas.microsoft.com/office/drawing/2014/main" id="{B44580AD-211F-4CA4-8245-A2C729063FA1}"/>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ADF0CF"/>
                </a:solidFill>
                <a:latin typeface="Aptos"/>
                <a:ea typeface="Aptos"/>
                <a:cs typeface="Aptos"/>
              </a:defRPr>
            </a:defPPr>
            <a:lvl1pPr algn="l">
              <a:defRPr sz="1725" b="0">
                <a:solidFill>
                  <a:srgbClr val="ADF0CF"/>
                </a:solidFill>
                <a:latin typeface="Aptos"/>
                <a:ea typeface="Aptos"/>
                <a:cs typeface="Aptos"/>
              </a:defRPr>
            </a:lvl1pPr>
            <a:lvl2pPr algn="l">
              <a:defRPr sz="1725" b="0">
                <a:solidFill>
                  <a:srgbClr val="ADF0CF"/>
                </a:solidFill>
                <a:latin typeface="Aptos"/>
                <a:ea typeface="Aptos"/>
                <a:cs typeface="Aptos"/>
              </a:defRPr>
            </a:lvl2pPr>
            <a:lvl3pPr algn="l">
              <a:defRPr sz="1725" b="0">
                <a:solidFill>
                  <a:srgbClr val="ADF0CF"/>
                </a:solidFill>
                <a:latin typeface="Aptos"/>
                <a:ea typeface="Aptos"/>
                <a:cs typeface="Aptos"/>
              </a:defRPr>
            </a:lvl3pPr>
            <a:lvl4pPr algn="l">
              <a:defRPr sz="1725" b="0">
                <a:solidFill>
                  <a:srgbClr val="ADF0CF"/>
                </a:solidFill>
                <a:latin typeface="Aptos"/>
                <a:ea typeface="Aptos"/>
                <a:cs typeface="Aptos"/>
              </a:defRPr>
            </a:lvl4pPr>
            <a:lvl5pPr algn="l">
              <a:defRPr sz="1725" b="0">
                <a:solidFill>
                  <a:srgbClr val="ADF0CF"/>
                </a:solidFill>
                <a:latin typeface="Aptos"/>
                <a:ea typeface="Aptos"/>
                <a:cs typeface="Aptos"/>
              </a:defRPr>
            </a:lvl5pPr>
            <a:lvl6pPr algn="l">
              <a:defRPr sz="1725" b="0">
                <a:solidFill>
                  <a:srgbClr val="ADF0CF"/>
                </a:solidFill>
                <a:latin typeface="Aptos"/>
                <a:ea typeface="Aptos"/>
                <a:cs typeface="Aptos"/>
              </a:defRPr>
            </a:lvl6pPr>
            <a:lvl7pPr algn="l">
              <a:defRPr sz="1725" b="0">
                <a:solidFill>
                  <a:srgbClr val="ADF0CF"/>
                </a:solidFill>
                <a:latin typeface="Aptos"/>
                <a:ea typeface="Aptos"/>
                <a:cs typeface="Aptos"/>
              </a:defRPr>
            </a:lvl7pPr>
            <a:lvl8pPr algn="l">
              <a:defRPr sz="1725" b="0">
                <a:solidFill>
                  <a:srgbClr val="ADF0CF"/>
                </a:solidFill>
                <a:latin typeface="Aptos"/>
                <a:ea typeface="Aptos"/>
                <a:cs typeface="Aptos"/>
              </a:defRPr>
            </a:lvl8pPr>
            <a:lvl9pPr algn="l">
              <a:defRPr sz="1725" b="0">
                <a:solidFill>
                  <a:srgbClr val="ADF0CF"/>
                </a:solidFill>
                <a:latin typeface="Aptos"/>
                <a:ea typeface="Aptos"/>
                <a:cs typeface="Aptos"/>
              </a:defRPr>
            </a:lvl9pPr>
          </a:lstStyle>
          <a:p xmlns:a="http://schemas.openxmlformats.org/drawingml/2006/main">
            <a:pPr algn="l">
              <a:defRPr sz="1725" b="0">
                <a:solidFill>
                  <a:srgbClr val="ADF0CF"/>
                </a:solidFill>
                <a:latin typeface="Aptos"/>
                <a:ea typeface="Aptos"/>
                <a:cs typeface="Aptos"/>
              </a:defRPr>
            </a:pPr>
            <a:r>
              <a:rPr sz="1725" b="0">
                <a:solidFill>
                  <a:srgbClr val="ADF0CF"/>
                </a:solidFill>
                <a:latin typeface="Aptos"/>
                <a:ea typeface="Aptos"/>
                <a:cs typeface="Aptos"/>
              </a:rPr>
              <a:t>Only model parameters and scalar weights enter the aggregation interface.</a:t>
            </a:r>
          </a:p>
        </p:txBody>
      </p:sp>
      <p:sp>
        <p:nvSpPr>
          <p:cNvPr id="3" name="">
            <a:extLst xmlns:a="http://schemas.openxmlformats.org/drawingml/2006/main">
              <a:ext uri="{FF2B5EF4-FFF2-40B4-BE49-F238E27FC236}">
                <a16:creationId xmlns:a16="http://schemas.microsoft.com/office/drawing/2014/main" id="{4C38870D-AEE4-4E3E-9061-49FD8B434535}"/>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BDD0D5"/>
                </a:solidFill>
                <a:latin typeface="Aptos"/>
                <a:ea typeface="Aptos"/>
                <a:cs typeface="Aptos"/>
              </a:defRPr>
            </a:defPPr>
            <a:lvl1pPr algn="l">
              <a:defRPr sz="1125" b="0">
                <a:solidFill>
                  <a:srgbClr val="BDD0D5"/>
                </a:solidFill>
                <a:latin typeface="Aptos"/>
                <a:ea typeface="Aptos"/>
                <a:cs typeface="Aptos"/>
              </a:defRPr>
            </a:lvl1pPr>
            <a:lvl2pPr algn="l">
              <a:defRPr sz="1125" b="0">
                <a:solidFill>
                  <a:srgbClr val="BDD0D5"/>
                </a:solidFill>
                <a:latin typeface="Aptos"/>
                <a:ea typeface="Aptos"/>
                <a:cs typeface="Aptos"/>
              </a:defRPr>
            </a:lvl2pPr>
            <a:lvl3pPr algn="l">
              <a:defRPr sz="1125" b="0">
                <a:solidFill>
                  <a:srgbClr val="BDD0D5"/>
                </a:solidFill>
                <a:latin typeface="Aptos"/>
                <a:ea typeface="Aptos"/>
                <a:cs typeface="Aptos"/>
              </a:defRPr>
            </a:lvl3pPr>
            <a:lvl4pPr algn="l">
              <a:defRPr sz="1125" b="0">
                <a:solidFill>
                  <a:srgbClr val="BDD0D5"/>
                </a:solidFill>
                <a:latin typeface="Aptos"/>
                <a:ea typeface="Aptos"/>
                <a:cs typeface="Aptos"/>
              </a:defRPr>
            </a:lvl4pPr>
            <a:lvl5pPr algn="l">
              <a:defRPr sz="1125" b="0">
                <a:solidFill>
                  <a:srgbClr val="BDD0D5"/>
                </a:solidFill>
                <a:latin typeface="Aptos"/>
                <a:ea typeface="Aptos"/>
                <a:cs typeface="Aptos"/>
              </a:defRPr>
            </a:lvl5pPr>
            <a:lvl6pPr algn="l">
              <a:defRPr sz="1125" b="0">
                <a:solidFill>
                  <a:srgbClr val="BDD0D5"/>
                </a:solidFill>
                <a:latin typeface="Aptos"/>
                <a:ea typeface="Aptos"/>
                <a:cs typeface="Aptos"/>
              </a:defRPr>
            </a:lvl6pPr>
            <a:lvl7pPr algn="l">
              <a:defRPr sz="1125" b="0">
                <a:solidFill>
                  <a:srgbClr val="BDD0D5"/>
                </a:solidFill>
                <a:latin typeface="Aptos"/>
                <a:ea typeface="Aptos"/>
                <a:cs typeface="Aptos"/>
              </a:defRPr>
            </a:lvl7pPr>
            <a:lvl8pPr algn="l">
              <a:defRPr sz="1125" b="0">
                <a:solidFill>
                  <a:srgbClr val="BDD0D5"/>
                </a:solidFill>
                <a:latin typeface="Aptos"/>
                <a:ea typeface="Aptos"/>
                <a:cs typeface="Aptos"/>
              </a:defRPr>
            </a:lvl8pPr>
            <a:lvl9pPr algn="l">
              <a:defRPr sz="1125" b="0">
                <a:solidFill>
                  <a:srgbClr val="BDD0D5"/>
                </a:solidFill>
                <a:latin typeface="Aptos"/>
                <a:ea typeface="Aptos"/>
                <a:cs typeface="Aptos"/>
              </a:defRPr>
            </a:lvl9pPr>
          </a:lstStyle>
          <a:p xmlns:a="http://schemas.openxmlformats.org/drawingml/2006/main">
            <a:pPr algn="l">
              <a:defRPr sz="1125" b="0">
                <a:solidFill>
                  <a:srgbClr val="BDD0D5"/>
                </a:solidFill>
                <a:latin typeface="Aptos"/>
                <a:ea typeface="Aptos"/>
                <a:cs typeface="Aptos"/>
              </a:defRPr>
            </a:pPr>
            <a:r>
              <a:rPr sz="1125" b="0">
                <a:solidFill>
                  <a:srgbClr val="BDD0D5"/>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F01C7B70-E223-40CB-8A7D-448F9745540E}"/>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ADF0CF"/>
                </a:solidFill>
                <a:latin typeface="Aptos"/>
                <a:ea typeface="Aptos"/>
                <a:cs typeface="Aptos"/>
              </a:defRPr>
            </a:defPPr>
            <a:lvl1pPr algn="r">
              <a:defRPr sz="1350" b="1">
                <a:solidFill>
                  <a:srgbClr val="ADF0CF"/>
                </a:solidFill>
                <a:latin typeface="Aptos"/>
                <a:ea typeface="Aptos"/>
                <a:cs typeface="Aptos"/>
              </a:defRPr>
            </a:lvl1pPr>
            <a:lvl2pPr algn="r">
              <a:defRPr sz="1350" b="1">
                <a:solidFill>
                  <a:srgbClr val="ADF0CF"/>
                </a:solidFill>
                <a:latin typeface="Aptos"/>
                <a:ea typeface="Aptos"/>
                <a:cs typeface="Aptos"/>
              </a:defRPr>
            </a:lvl2pPr>
            <a:lvl3pPr algn="r">
              <a:defRPr sz="1350" b="1">
                <a:solidFill>
                  <a:srgbClr val="ADF0CF"/>
                </a:solidFill>
                <a:latin typeface="Aptos"/>
                <a:ea typeface="Aptos"/>
                <a:cs typeface="Aptos"/>
              </a:defRPr>
            </a:lvl3pPr>
            <a:lvl4pPr algn="r">
              <a:defRPr sz="1350" b="1">
                <a:solidFill>
                  <a:srgbClr val="ADF0CF"/>
                </a:solidFill>
                <a:latin typeface="Aptos"/>
                <a:ea typeface="Aptos"/>
                <a:cs typeface="Aptos"/>
              </a:defRPr>
            </a:lvl4pPr>
            <a:lvl5pPr algn="r">
              <a:defRPr sz="1350" b="1">
                <a:solidFill>
                  <a:srgbClr val="ADF0CF"/>
                </a:solidFill>
                <a:latin typeface="Aptos"/>
                <a:ea typeface="Aptos"/>
                <a:cs typeface="Aptos"/>
              </a:defRPr>
            </a:lvl5pPr>
            <a:lvl6pPr algn="r">
              <a:defRPr sz="1350" b="1">
                <a:solidFill>
                  <a:srgbClr val="ADF0CF"/>
                </a:solidFill>
                <a:latin typeface="Aptos"/>
                <a:ea typeface="Aptos"/>
                <a:cs typeface="Aptos"/>
              </a:defRPr>
            </a:lvl6pPr>
            <a:lvl7pPr algn="r">
              <a:defRPr sz="1350" b="1">
                <a:solidFill>
                  <a:srgbClr val="ADF0CF"/>
                </a:solidFill>
                <a:latin typeface="Aptos"/>
                <a:ea typeface="Aptos"/>
                <a:cs typeface="Aptos"/>
              </a:defRPr>
            </a:lvl7pPr>
            <a:lvl8pPr algn="r">
              <a:defRPr sz="1350" b="1">
                <a:solidFill>
                  <a:srgbClr val="ADF0CF"/>
                </a:solidFill>
                <a:latin typeface="Aptos"/>
                <a:ea typeface="Aptos"/>
                <a:cs typeface="Aptos"/>
              </a:defRPr>
            </a:lvl8pPr>
            <a:lvl9pPr algn="r">
              <a:defRPr sz="1350" b="1">
                <a:solidFill>
                  <a:srgbClr val="ADF0CF"/>
                </a:solidFill>
                <a:latin typeface="Aptos"/>
                <a:ea typeface="Aptos"/>
                <a:cs typeface="Aptos"/>
              </a:defRPr>
            </a:lvl9pPr>
          </a:lstStyle>
          <a:p xmlns:a="http://schemas.openxmlformats.org/drawingml/2006/main">
            <a:pPr algn="r">
              <a:defRPr sz="1350" b="1">
                <a:solidFill>
                  <a:srgbClr val="ADF0CF"/>
                </a:solidFill>
                <a:latin typeface="Aptos"/>
                <a:ea typeface="Aptos"/>
                <a:cs typeface="Aptos"/>
              </a:defRPr>
            </a:pPr>
            <a:r>
              <a:rPr sz="1350" b="1">
                <a:solidFill>
                  <a:srgbClr val="ADF0CF"/>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39707564-45FF-4FAF-A8EF-B05D598B66C3}"/>
              </a:ext>
            </a:extLst>
          </p:cNvPr>
          <p:cNvSpPr>
            <a:spLocks xmlns:a="http://schemas.openxmlformats.org/drawingml/2006/main" noGrp="1"/>
          </p:cNvSpPr>
          <p:nvPr/>
        </p:nvSpPr>
        <p:spPr>
          <a:xfrm xmlns:a="http://schemas.openxmlformats.org/drawingml/2006/main">
            <a:off x="609600" y="2381250"/>
            <a:ext cx="2952750" cy="2095500"/>
          </a:xfrm>
          <a:prstGeom xmlns:a="http://schemas.openxmlformats.org/drawingml/2006/main" prst="roundRect">
            <a:avLst>
              <a:gd name="adj" fmla="val 4545"/>
            </a:avLst>
          </a:prstGeom>
          <a:solidFill xmlns:a="http://schemas.openxmlformats.org/drawingml/2006/main">
            <a:srgbClr val="244756"/>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025" b="1">
                <a:solidFill>
                  <a:srgbClr val="FFFFFF"/>
                </a:solidFill>
                <a:latin typeface="Aptos"/>
                <a:ea typeface="Aptos"/>
                <a:cs typeface="Aptos"/>
              </a:defRPr>
            </a:defPPr>
            <a:lvl1pPr algn="ctr">
              <a:defRPr sz="2025" b="1">
                <a:solidFill>
                  <a:srgbClr val="FFFFFF"/>
                </a:solidFill>
                <a:latin typeface="Aptos"/>
                <a:ea typeface="Aptos"/>
                <a:cs typeface="Aptos"/>
              </a:defRPr>
            </a:lvl1pPr>
            <a:lvl2pPr algn="ctr">
              <a:defRPr sz="2025" b="1">
                <a:solidFill>
                  <a:srgbClr val="FFFFFF"/>
                </a:solidFill>
                <a:latin typeface="Aptos"/>
                <a:ea typeface="Aptos"/>
                <a:cs typeface="Aptos"/>
              </a:defRPr>
            </a:lvl2pPr>
            <a:lvl3pPr algn="ctr">
              <a:defRPr sz="2025" b="1">
                <a:solidFill>
                  <a:srgbClr val="FFFFFF"/>
                </a:solidFill>
                <a:latin typeface="Aptos"/>
                <a:ea typeface="Aptos"/>
                <a:cs typeface="Aptos"/>
              </a:defRPr>
            </a:lvl3pPr>
            <a:lvl4pPr algn="ctr">
              <a:defRPr sz="2025" b="1">
                <a:solidFill>
                  <a:srgbClr val="FFFFFF"/>
                </a:solidFill>
                <a:latin typeface="Aptos"/>
                <a:ea typeface="Aptos"/>
                <a:cs typeface="Aptos"/>
              </a:defRPr>
            </a:lvl4pPr>
            <a:lvl5pPr algn="ctr">
              <a:defRPr sz="2025" b="1">
                <a:solidFill>
                  <a:srgbClr val="FFFFFF"/>
                </a:solidFill>
                <a:latin typeface="Aptos"/>
                <a:ea typeface="Aptos"/>
                <a:cs typeface="Aptos"/>
              </a:defRPr>
            </a:lvl5pPr>
            <a:lvl6pPr algn="ctr">
              <a:defRPr sz="2025" b="1">
                <a:solidFill>
                  <a:srgbClr val="FFFFFF"/>
                </a:solidFill>
                <a:latin typeface="Aptos"/>
                <a:ea typeface="Aptos"/>
                <a:cs typeface="Aptos"/>
              </a:defRPr>
            </a:lvl6pPr>
            <a:lvl7pPr algn="ctr">
              <a:defRPr sz="2025" b="1">
                <a:solidFill>
                  <a:srgbClr val="FFFFFF"/>
                </a:solidFill>
                <a:latin typeface="Aptos"/>
                <a:ea typeface="Aptos"/>
                <a:cs typeface="Aptos"/>
              </a:defRPr>
            </a:lvl7pPr>
            <a:lvl8pPr algn="ctr">
              <a:defRPr sz="2025" b="1">
                <a:solidFill>
                  <a:srgbClr val="FFFFFF"/>
                </a:solidFill>
                <a:latin typeface="Aptos"/>
                <a:ea typeface="Aptos"/>
                <a:cs typeface="Aptos"/>
              </a:defRPr>
            </a:lvl8pPr>
            <a:lvl9pPr algn="ctr">
              <a:defRPr sz="2025" b="1">
                <a:solidFill>
                  <a:srgbClr val="FFFFFF"/>
                </a:solidFill>
                <a:latin typeface="Aptos"/>
                <a:ea typeface="Aptos"/>
                <a:cs typeface="Aptos"/>
              </a:defRPr>
            </a:lvl9pPr>
          </a:lstStyle>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8 geographic clients</a:t>
            </a:r>
          </a:p>
          <a:p xmlns:a="http://schemas.openxmlformats.org/drawingml/2006/main">
            <a:r>
              <a:t/>
            </a:r>
          </a:p>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Local sensor histories</a:t>
            </a:r>
          </a:p>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Local model optimization</a:t>
            </a:r>
          </a:p>
        </p:txBody>
      </p:sp>
      <p:sp>
        <p:nvSpPr>
          <p:cNvPr id="6" name="">
            <a:extLst xmlns:a="http://schemas.openxmlformats.org/drawingml/2006/main">
              <a:ext uri="{FF2B5EF4-FFF2-40B4-BE49-F238E27FC236}">
                <a16:creationId xmlns:a16="http://schemas.microsoft.com/office/drawing/2014/main" id="{720406A4-2BCD-4E83-9DE8-0FBA34F652C7}"/>
              </a:ext>
            </a:extLst>
          </p:cNvPr>
          <p:cNvSpPr>
            <a:spLocks xmlns:a="http://schemas.openxmlformats.org/drawingml/2006/main" noGrp="1"/>
          </p:cNvSpPr>
          <p:nvPr/>
        </p:nvSpPr>
        <p:spPr>
          <a:xfrm xmlns:a="http://schemas.openxmlformats.org/drawingml/2006/main">
            <a:off x="4676775" y="2571750"/>
            <a:ext cx="2781300" cy="1714500"/>
          </a:xfrm>
          <a:prstGeom xmlns:a="http://schemas.openxmlformats.org/drawingml/2006/main" prst="roundRect">
            <a:avLst>
              <a:gd name="adj" fmla="val 5556"/>
            </a:avLst>
          </a:prstGeom>
          <a:solidFill xmlns:a="http://schemas.openxmlformats.org/drawingml/2006/main">
            <a:srgbClr val="ADF0CF"/>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325" b="1">
                <a:solidFill>
                  <a:srgbClr val="102D3D"/>
                </a:solidFill>
                <a:latin typeface="Aptos"/>
                <a:ea typeface="Aptos"/>
                <a:cs typeface="Aptos"/>
              </a:defRPr>
            </a:defPPr>
            <a:lvl1pPr algn="ctr">
              <a:defRPr sz="2325" b="1">
                <a:solidFill>
                  <a:srgbClr val="102D3D"/>
                </a:solidFill>
                <a:latin typeface="Aptos"/>
                <a:ea typeface="Aptos"/>
                <a:cs typeface="Aptos"/>
              </a:defRPr>
            </a:lvl1pPr>
            <a:lvl2pPr algn="ctr">
              <a:defRPr sz="2325" b="1">
                <a:solidFill>
                  <a:srgbClr val="102D3D"/>
                </a:solidFill>
                <a:latin typeface="Aptos"/>
                <a:ea typeface="Aptos"/>
                <a:cs typeface="Aptos"/>
              </a:defRPr>
            </a:lvl2pPr>
            <a:lvl3pPr algn="ctr">
              <a:defRPr sz="2325" b="1">
                <a:solidFill>
                  <a:srgbClr val="102D3D"/>
                </a:solidFill>
                <a:latin typeface="Aptos"/>
                <a:ea typeface="Aptos"/>
                <a:cs typeface="Aptos"/>
              </a:defRPr>
            </a:lvl3pPr>
            <a:lvl4pPr algn="ctr">
              <a:defRPr sz="2325" b="1">
                <a:solidFill>
                  <a:srgbClr val="102D3D"/>
                </a:solidFill>
                <a:latin typeface="Aptos"/>
                <a:ea typeface="Aptos"/>
                <a:cs typeface="Aptos"/>
              </a:defRPr>
            </a:lvl4pPr>
            <a:lvl5pPr algn="ctr">
              <a:defRPr sz="2325" b="1">
                <a:solidFill>
                  <a:srgbClr val="102D3D"/>
                </a:solidFill>
                <a:latin typeface="Aptos"/>
                <a:ea typeface="Aptos"/>
                <a:cs typeface="Aptos"/>
              </a:defRPr>
            </a:lvl5pPr>
            <a:lvl6pPr algn="ctr">
              <a:defRPr sz="2325" b="1">
                <a:solidFill>
                  <a:srgbClr val="102D3D"/>
                </a:solidFill>
                <a:latin typeface="Aptos"/>
                <a:ea typeface="Aptos"/>
                <a:cs typeface="Aptos"/>
              </a:defRPr>
            </a:lvl6pPr>
            <a:lvl7pPr algn="ctr">
              <a:defRPr sz="2325" b="1">
                <a:solidFill>
                  <a:srgbClr val="102D3D"/>
                </a:solidFill>
                <a:latin typeface="Aptos"/>
                <a:ea typeface="Aptos"/>
                <a:cs typeface="Aptos"/>
              </a:defRPr>
            </a:lvl7pPr>
            <a:lvl8pPr algn="ctr">
              <a:defRPr sz="2325" b="1">
                <a:solidFill>
                  <a:srgbClr val="102D3D"/>
                </a:solidFill>
                <a:latin typeface="Aptos"/>
                <a:ea typeface="Aptos"/>
                <a:cs typeface="Aptos"/>
              </a:defRPr>
            </a:lvl8pPr>
            <a:lvl9pPr algn="ctr">
              <a:defRPr sz="2325" b="1">
                <a:solidFill>
                  <a:srgbClr val="102D3D"/>
                </a:solidFill>
                <a:latin typeface="Aptos"/>
                <a:ea typeface="Aptos"/>
                <a:cs typeface="Aptos"/>
              </a:defRPr>
            </a:lvl9pPr>
          </a:lstStyle>
          <a:p xmlns:a="http://schemas.openxmlformats.org/drawingml/2006/main">
            <a:pPr algn="ctr">
              <a:defRPr sz="2325" b="1">
                <a:solidFill>
                  <a:srgbClr val="102D3D"/>
                </a:solidFill>
                <a:latin typeface="Aptos"/>
                <a:ea typeface="Aptos"/>
                <a:cs typeface="Aptos"/>
              </a:defRPr>
            </a:pPr>
            <a:r>
              <a:rPr sz="2325" b="1">
                <a:solidFill>
                  <a:srgbClr val="102D3D"/>
                </a:solidFill>
                <a:latin typeface="Aptos"/>
                <a:ea typeface="Aptos"/>
                <a:cs typeface="Aptos"/>
              </a:rPr>
              <a:t>Trust-weighted</a:t>
            </a:r>
          </a:p>
          <a:p xmlns:a="http://schemas.openxmlformats.org/drawingml/2006/main">
            <a:pPr algn="ctr">
              <a:defRPr sz="2325" b="1">
                <a:solidFill>
                  <a:srgbClr val="102D3D"/>
                </a:solidFill>
                <a:latin typeface="Aptos"/>
                <a:ea typeface="Aptos"/>
                <a:cs typeface="Aptos"/>
              </a:defRPr>
            </a:pPr>
            <a:r>
              <a:rPr sz="2325" b="1">
                <a:solidFill>
                  <a:srgbClr val="102D3D"/>
                </a:solidFill>
                <a:latin typeface="Aptos"/>
                <a:ea typeface="Aptos"/>
                <a:cs typeface="Aptos"/>
              </a:rPr>
              <a:t>aggregation</a:t>
            </a:r>
          </a:p>
        </p:txBody>
      </p:sp>
      <p:sp>
        <p:nvSpPr>
          <p:cNvPr id="7" name="">
            <a:extLst xmlns:a="http://schemas.openxmlformats.org/drawingml/2006/main">
              <a:ext uri="{FF2B5EF4-FFF2-40B4-BE49-F238E27FC236}">
                <a16:creationId xmlns:a16="http://schemas.microsoft.com/office/drawing/2014/main" id="{B85AF169-54C1-4FBF-BAA6-4438752F776D}"/>
              </a:ext>
            </a:extLst>
          </p:cNvPr>
          <p:cNvSpPr>
            <a:spLocks xmlns:a="http://schemas.openxmlformats.org/drawingml/2006/main" noGrp="1"/>
          </p:cNvSpPr>
          <p:nvPr/>
        </p:nvSpPr>
        <p:spPr>
          <a:xfrm xmlns:a="http://schemas.openxmlformats.org/drawingml/2006/main">
            <a:off x="8591550" y="2381250"/>
            <a:ext cx="2952750" cy="2095500"/>
          </a:xfrm>
          <a:prstGeom xmlns:a="http://schemas.openxmlformats.org/drawingml/2006/main" prst="roundRect">
            <a:avLst>
              <a:gd name="adj" fmla="val 4545"/>
            </a:avLst>
          </a:prstGeom>
          <a:solidFill xmlns:a="http://schemas.openxmlformats.org/drawingml/2006/main">
            <a:srgbClr val="244756"/>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100" b="1">
                <a:solidFill>
                  <a:srgbClr val="FFFFFF"/>
                </a:solidFill>
                <a:latin typeface="Aptos"/>
                <a:ea typeface="Aptos"/>
                <a:cs typeface="Aptos"/>
              </a:defRPr>
            </a:defPPr>
            <a:lvl1pPr algn="ctr">
              <a:defRPr sz="2100" b="1">
                <a:solidFill>
                  <a:srgbClr val="FFFFFF"/>
                </a:solidFill>
                <a:latin typeface="Aptos"/>
                <a:ea typeface="Aptos"/>
                <a:cs typeface="Aptos"/>
              </a:defRPr>
            </a:lvl1pPr>
            <a:lvl2pPr algn="ctr">
              <a:defRPr sz="2100" b="1">
                <a:solidFill>
                  <a:srgbClr val="FFFFFF"/>
                </a:solidFill>
                <a:latin typeface="Aptos"/>
                <a:ea typeface="Aptos"/>
                <a:cs typeface="Aptos"/>
              </a:defRPr>
            </a:lvl2pPr>
            <a:lvl3pPr algn="ctr">
              <a:defRPr sz="2100" b="1">
                <a:solidFill>
                  <a:srgbClr val="FFFFFF"/>
                </a:solidFill>
                <a:latin typeface="Aptos"/>
                <a:ea typeface="Aptos"/>
                <a:cs typeface="Aptos"/>
              </a:defRPr>
            </a:lvl3pPr>
            <a:lvl4pPr algn="ctr">
              <a:defRPr sz="2100" b="1">
                <a:solidFill>
                  <a:srgbClr val="FFFFFF"/>
                </a:solidFill>
                <a:latin typeface="Aptos"/>
                <a:ea typeface="Aptos"/>
                <a:cs typeface="Aptos"/>
              </a:defRPr>
            </a:lvl4pPr>
            <a:lvl5pPr algn="ctr">
              <a:defRPr sz="2100" b="1">
                <a:solidFill>
                  <a:srgbClr val="FFFFFF"/>
                </a:solidFill>
                <a:latin typeface="Aptos"/>
                <a:ea typeface="Aptos"/>
                <a:cs typeface="Aptos"/>
              </a:defRPr>
            </a:lvl5pPr>
            <a:lvl6pPr algn="ctr">
              <a:defRPr sz="2100" b="1">
                <a:solidFill>
                  <a:srgbClr val="FFFFFF"/>
                </a:solidFill>
                <a:latin typeface="Aptos"/>
                <a:ea typeface="Aptos"/>
                <a:cs typeface="Aptos"/>
              </a:defRPr>
            </a:lvl6pPr>
            <a:lvl7pPr algn="ctr">
              <a:defRPr sz="2100" b="1">
                <a:solidFill>
                  <a:srgbClr val="FFFFFF"/>
                </a:solidFill>
                <a:latin typeface="Aptos"/>
                <a:ea typeface="Aptos"/>
                <a:cs typeface="Aptos"/>
              </a:defRPr>
            </a:lvl7pPr>
            <a:lvl8pPr algn="ctr">
              <a:defRPr sz="2100" b="1">
                <a:solidFill>
                  <a:srgbClr val="FFFFFF"/>
                </a:solidFill>
                <a:latin typeface="Aptos"/>
                <a:ea typeface="Aptos"/>
                <a:cs typeface="Aptos"/>
              </a:defRPr>
            </a:lvl8pPr>
            <a:lvl9pPr algn="ctr">
              <a:defRPr sz="2100" b="1">
                <a:solidFill>
                  <a:srgbClr val="FFFFFF"/>
                </a:solidFill>
                <a:latin typeface="Aptos"/>
                <a:ea typeface="Aptos"/>
                <a:cs typeface="Aptos"/>
              </a:defRPr>
            </a:lvl9pPr>
          </a:lstStyle>
          <a:p xmlns:a="http://schemas.openxmlformats.org/drawingml/2006/main">
            <a:pPr algn="ctr">
              <a:defRPr sz="2100" b="1">
                <a:solidFill>
                  <a:srgbClr val="FFFFFF"/>
                </a:solidFill>
                <a:latin typeface="Aptos"/>
                <a:ea typeface="Aptos"/>
                <a:cs typeface="Aptos"/>
              </a:defRPr>
            </a:pPr>
            <a:r>
              <a:rPr sz="2100" b="1">
                <a:solidFill>
                  <a:srgbClr val="FFFFFF"/>
                </a:solidFill>
                <a:latin typeface="Aptos"/>
                <a:ea typeface="Aptos"/>
                <a:cs typeface="Aptos"/>
              </a:rPr>
              <a:t>Shared model</a:t>
            </a:r>
          </a:p>
          <a:p xmlns:a="http://schemas.openxmlformats.org/drawingml/2006/main">
            <a:r>
              <a:t/>
            </a:r>
          </a:p>
          <a:p xmlns:a="http://schemas.openxmlformats.org/drawingml/2006/main">
            <a:pPr algn="ctr">
              <a:defRPr sz="2100" b="1">
                <a:solidFill>
                  <a:srgbClr val="FFFFFF"/>
                </a:solidFill>
                <a:latin typeface="Aptos"/>
                <a:ea typeface="Aptos"/>
                <a:cs typeface="Aptos"/>
              </a:defRPr>
            </a:pPr>
            <a:r>
              <a:rPr sz="2100" b="1">
                <a:solidFill>
                  <a:srgbClr val="FFFFFF"/>
                </a:solidFill>
                <a:latin typeface="Aptos"/>
                <a:ea typeface="Aptos"/>
                <a:cs typeface="Aptos"/>
              </a:rPr>
              <a:t>Historical spatial</a:t>
            </a:r>
          </a:p>
          <a:p xmlns:a="http://schemas.openxmlformats.org/drawingml/2006/main">
            <a:pPr algn="ctr">
              <a:defRPr sz="2100" b="1">
                <a:solidFill>
                  <a:srgbClr val="FFFFFF"/>
                </a:solidFill>
                <a:latin typeface="Aptos"/>
                <a:ea typeface="Aptos"/>
                <a:cs typeface="Aptos"/>
              </a:defRPr>
            </a:pPr>
            <a:r>
              <a:rPr sz="2100" b="1">
                <a:solidFill>
                  <a:srgbClr val="FFFFFF"/>
                </a:solidFill>
                <a:latin typeface="Aptos"/>
                <a:ea typeface="Aptos"/>
                <a:cs typeface="Aptos"/>
              </a:rPr>
              <a:t>predictions</a:t>
            </a:r>
          </a:p>
        </p:txBody>
      </p:sp>
      <p:sp>
        <p:nvSpPr>
          <p:cNvPr id="8" name="">
            <a:extLst xmlns:a="http://schemas.openxmlformats.org/drawingml/2006/main">
              <a:ext uri="{FF2B5EF4-FFF2-40B4-BE49-F238E27FC236}">
                <a16:creationId xmlns:a16="http://schemas.microsoft.com/office/drawing/2014/main" id="{ED66A7BF-6E09-4127-9698-CA032F389761}"/>
              </a:ext>
            </a:extLst>
          </p:cNvPr>
          <p:cNvSpPr>
            <a:spLocks xmlns:a="http://schemas.openxmlformats.org/drawingml/2006/main" noGrp="1"/>
          </p:cNvSpPr>
          <p:nvPr/>
        </p:nvSpPr>
        <p:spPr>
          <a:xfrm xmlns:a="http://schemas.openxmlformats.org/drawingml/2006/main">
            <a:off x="3752850" y="3190875"/>
            <a:ext cx="723900" cy="266700"/>
          </a:xfrm>
          <a:prstGeom xmlns:a="http://schemas.openxmlformats.org/drawingml/2006/main" prst="rightArrow">
            <a:avLst/>
          </a:prstGeom>
          <a:solidFill xmlns:a="http://schemas.openxmlformats.org/drawingml/2006/main">
            <a:srgbClr val="ADF0C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1CCECC-FA0B-4DEE-84EB-E914E70BC011}"/>
              </a:ext>
            </a:extLst>
          </p:cNvPr>
          <p:cNvSpPr>
            <a:spLocks xmlns:a="http://schemas.openxmlformats.org/drawingml/2006/main" noGrp="1"/>
          </p:cNvSpPr>
          <p:nvPr/>
        </p:nvSpPr>
        <p:spPr>
          <a:xfrm xmlns:a="http://schemas.openxmlformats.org/drawingml/2006/main">
            <a:off x="7667625" y="3190875"/>
            <a:ext cx="723900" cy="266700"/>
          </a:xfrm>
          <a:prstGeom xmlns:a="http://schemas.openxmlformats.org/drawingml/2006/main" prst="rightArrow">
            <a:avLst/>
          </a:prstGeom>
          <a:solidFill xmlns:a="http://schemas.openxmlformats.org/drawingml/2006/main">
            <a:srgbClr val="ADF0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438402-A9E5-4D5A-987C-B427C15D520D}"/>
              </a:ext>
            </a:extLst>
          </p:cNvPr>
          <p:cNvSpPr>
            <a:spLocks xmlns:a="http://schemas.openxmlformats.org/drawingml/2006/main" noGrp="1"/>
          </p:cNvSpPr>
          <p:nvPr/>
        </p:nvSpPr>
        <p:spPr>
          <a:xfrm xmlns:a="http://schemas.openxmlformats.org/drawingml/2006/main">
            <a:off x="3638550" y="3600450"/>
            <a:ext cx="1019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FFFFFF"/>
                </a:solidFill>
                <a:latin typeface="Aptos"/>
                <a:ea typeface="Aptos"/>
                <a:cs typeface="Aptos"/>
              </a:defRPr>
            </a:defPPr>
            <a:lvl1pPr algn="ctr">
              <a:defRPr sz="1425" b="0">
                <a:solidFill>
                  <a:srgbClr val="FFFFFF"/>
                </a:solidFill>
                <a:latin typeface="Aptos"/>
                <a:ea typeface="Aptos"/>
                <a:cs typeface="Aptos"/>
              </a:defRPr>
            </a:lvl1pPr>
            <a:lvl2pPr algn="ctr">
              <a:defRPr sz="1425" b="0">
                <a:solidFill>
                  <a:srgbClr val="FFFFFF"/>
                </a:solidFill>
                <a:latin typeface="Aptos"/>
                <a:ea typeface="Aptos"/>
                <a:cs typeface="Aptos"/>
              </a:defRPr>
            </a:lvl2pPr>
            <a:lvl3pPr algn="ctr">
              <a:defRPr sz="1425" b="0">
                <a:solidFill>
                  <a:srgbClr val="FFFFFF"/>
                </a:solidFill>
                <a:latin typeface="Aptos"/>
                <a:ea typeface="Aptos"/>
                <a:cs typeface="Aptos"/>
              </a:defRPr>
            </a:lvl3pPr>
            <a:lvl4pPr algn="ctr">
              <a:defRPr sz="1425" b="0">
                <a:solidFill>
                  <a:srgbClr val="FFFFFF"/>
                </a:solidFill>
                <a:latin typeface="Aptos"/>
                <a:ea typeface="Aptos"/>
                <a:cs typeface="Aptos"/>
              </a:defRPr>
            </a:lvl4pPr>
            <a:lvl5pPr algn="ctr">
              <a:defRPr sz="1425" b="0">
                <a:solidFill>
                  <a:srgbClr val="FFFFFF"/>
                </a:solidFill>
                <a:latin typeface="Aptos"/>
                <a:ea typeface="Aptos"/>
                <a:cs typeface="Aptos"/>
              </a:defRPr>
            </a:lvl5pPr>
            <a:lvl6pPr algn="ctr">
              <a:defRPr sz="1425" b="0">
                <a:solidFill>
                  <a:srgbClr val="FFFFFF"/>
                </a:solidFill>
                <a:latin typeface="Aptos"/>
                <a:ea typeface="Aptos"/>
                <a:cs typeface="Aptos"/>
              </a:defRPr>
            </a:lvl6pPr>
            <a:lvl7pPr algn="ctr">
              <a:defRPr sz="1425" b="0">
                <a:solidFill>
                  <a:srgbClr val="FFFFFF"/>
                </a:solidFill>
                <a:latin typeface="Aptos"/>
                <a:ea typeface="Aptos"/>
                <a:cs typeface="Aptos"/>
              </a:defRPr>
            </a:lvl7pPr>
            <a:lvl8pPr algn="ctr">
              <a:defRPr sz="1425" b="0">
                <a:solidFill>
                  <a:srgbClr val="FFFFFF"/>
                </a:solidFill>
                <a:latin typeface="Aptos"/>
                <a:ea typeface="Aptos"/>
                <a:cs typeface="Aptos"/>
              </a:defRPr>
            </a:lvl8pPr>
            <a:lvl9pPr algn="ctr">
              <a:defRPr sz="1425" b="0">
                <a:solidFill>
                  <a:srgbClr val="FFFFFF"/>
                </a:solidFill>
                <a:latin typeface="Aptos"/>
                <a:ea typeface="Aptos"/>
                <a:cs typeface="Aptos"/>
              </a:defRPr>
            </a:lvl9pPr>
          </a:lstStyle>
          <a:p xmlns:a="http://schemas.openxmlformats.org/drawingml/2006/main">
            <a:pPr algn="ctr">
              <a:defRPr sz="1425" b="0">
                <a:solidFill>
                  <a:srgbClr val="FFFFFF"/>
                </a:solidFill>
                <a:latin typeface="Aptos"/>
                <a:ea typeface="Aptos"/>
                <a:cs typeface="Aptos"/>
              </a:defRPr>
            </a:pPr>
            <a:r>
              <a:rPr sz="1425" b="0">
                <a:solidFill>
                  <a:srgbClr val="FFFFFF"/>
                </a:solidFill>
                <a:latin typeface="Aptos"/>
                <a:ea typeface="Aptos"/>
                <a:cs typeface="Aptos"/>
              </a:rPr>
              <a:t>Client updates</a:t>
            </a:r>
          </a:p>
        </p:txBody>
      </p:sp>
      <p:sp>
        <p:nvSpPr>
          <p:cNvPr id="11" name="">
            <a:extLst xmlns:a="http://schemas.openxmlformats.org/drawingml/2006/main">
              <a:ext uri="{FF2B5EF4-FFF2-40B4-BE49-F238E27FC236}">
                <a16:creationId xmlns:a16="http://schemas.microsoft.com/office/drawing/2014/main" id="{7617DFA1-BA7F-4D3E-B403-49DF3ABC01A8}"/>
              </a:ext>
            </a:extLst>
          </p:cNvPr>
          <p:cNvSpPr>
            <a:spLocks xmlns:a="http://schemas.openxmlformats.org/drawingml/2006/main" noGrp="1"/>
          </p:cNvSpPr>
          <p:nvPr/>
        </p:nvSpPr>
        <p:spPr>
          <a:xfrm xmlns:a="http://schemas.openxmlformats.org/drawingml/2006/main">
            <a:off x="7572375" y="3600450"/>
            <a:ext cx="1000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FFFFFF"/>
                </a:solidFill>
                <a:latin typeface="Aptos"/>
                <a:ea typeface="Aptos"/>
                <a:cs typeface="Aptos"/>
              </a:defRPr>
            </a:defPPr>
            <a:lvl1pPr algn="ctr">
              <a:defRPr sz="1425" b="0">
                <a:solidFill>
                  <a:srgbClr val="FFFFFF"/>
                </a:solidFill>
                <a:latin typeface="Aptos"/>
                <a:ea typeface="Aptos"/>
                <a:cs typeface="Aptos"/>
              </a:defRPr>
            </a:lvl1pPr>
            <a:lvl2pPr algn="ctr">
              <a:defRPr sz="1425" b="0">
                <a:solidFill>
                  <a:srgbClr val="FFFFFF"/>
                </a:solidFill>
                <a:latin typeface="Aptos"/>
                <a:ea typeface="Aptos"/>
                <a:cs typeface="Aptos"/>
              </a:defRPr>
            </a:lvl2pPr>
            <a:lvl3pPr algn="ctr">
              <a:defRPr sz="1425" b="0">
                <a:solidFill>
                  <a:srgbClr val="FFFFFF"/>
                </a:solidFill>
                <a:latin typeface="Aptos"/>
                <a:ea typeface="Aptos"/>
                <a:cs typeface="Aptos"/>
              </a:defRPr>
            </a:lvl3pPr>
            <a:lvl4pPr algn="ctr">
              <a:defRPr sz="1425" b="0">
                <a:solidFill>
                  <a:srgbClr val="FFFFFF"/>
                </a:solidFill>
                <a:latin typeface="Aptos"/>
                <a:ea typeface="Aptos"/>
                <a:cs typeface="Aptos"/>
              </a:defRPr>
            </a:lvl4pPr>
            <a:lvl5pPr algn="ctr">
              <a:defRPr sz="1425" b="0">
                <a:solidFill>
                  <a:srgbClr val="FFFFFF"/>
                </a:solidFill>
                <a:latin typeface="Aptos"/>
                <a:ea typeface="Aptos"/>
                <a:cs typeface="Aptos"/>
              </a:defRPr>
            </a:lvl5pPr>
            <a:lvl6pPr algn="ctr">
              <a:defRPr sz="1425" b="0">
                <a:solidFill>
                  <a:srgbClr val="FFFFFF"/>
                </a:solidFill>
                <a:latin typeface="Aptos"/>
                <a:ea typeface="Aptos"/>
                <a:cs typeface="Aptos"/>
              </a:defRPr>
            </a:lvl6pPr>
            <a:lvl7pPr algn="ctr">
              <a:defRPr sz="1425" b="0">
                <a:solidFill>
                  <a:srgbClr val="FFFFFF"/>
                </a:solidFill>
                <a:latin typeface="Aptos"/>
                <a:ea typeface="Aptos"/>
                <a:cs typeface="Aptos"/>
              </a:defRPr>
            </a:lvl7pPr>
            <a:lvl8pPr algn="ctr">
              <a:defRPr sz="1425" b="0">
                <a:solidFill>
                  <a:srgbClr val="FFFFFF"/>
                </a:solidFill>
                <a:latin typeface="Aptos"/>
                <a:ea typeface="Aptos"/>
                <a:cs typeface="Aptos"/>
              </a:defRPr>
            </a:lvl8pPr>
            <a:lvl9pPr algn="ctr">
              <a:defRPr sz="1425" b="0">
                <a:solidFill>
                  <a:srgbClr val="FFFFFF"/>
                </a:solidFill>
                <a:latin typeface="Aptos"/>
                <a:ea typeface="Aptos"/>
                <a:cs typeface="Aptos"/>
              </a:defRPr>
            </a:lvl9pPr>
          </a:lstStyle>
          <a:p xmlns:a="http://schemas.openxmlformats.org/drawingml/2006/main">
            <a:pPr algn="ctr">
              <a:defRPr sz="1425" b="0">
                <a:solidFill>
                  <a:srgbClr val="FFFFFF"/>
                </a:solidFill>
                <a:latin typeface="Aptos"/>
                <a:ea typeface="Aptos"/>
                <a:cs typeface="Aptos"/>
              </a:defRPr>
            </a:pPr>
            <a:r>
              <a:rPr sz="1425" b="0">
                <a:solidFill>
                  <a:srgbClr val="FFFFFF"/>
                </a:solidFill>
                <a:latin typeface="Aptos"/>
                <a:ea typeface="Aptos"/>
                <a:cs typeface="Aptos"/>
              </a:rPr>
              <a:t>Parameters</a:t>
            </a:r>
          </a:p>
        </p:txBody>
      </p:sp>
      <p:sp>
        <p:nvSpPr>
          <p:cNvPr id="12" name="">
            <a:extLst xmlns:a="http://schemas.openxmlformats.org/drawingml/2006/main">
              <a:ext uri="{FF2B5EF4-FFF2-40B4-BE49-F238E27FC236}">
                <a16:creationId xmlns:a16="http://schemas.microsoft.com/office/drawing/2014/main" id="{930D4668-C9F4-40C9-A321-7D02A7AA9CE3}"/>
              </a:ext>
            </a:extLst>
          </p:cNvPr>
          <p:cNvSpPr>
            <a:spLocks xmlns:a="http://schemas.openxmlformats.org/drawingml/2006/main" noGrp="1"/>
          </p:cNvSpPr>
          <p:nvPr/>
        </p:nvSpPr>
        <p:spPr>
          <a:xfrm xmlns:a="http://schemas.openxmlformats.org/drawingml/2006/main">
            <a:off x="3810000" y="1924050"/>
            <a:ext cx="4714875" cy="228600"/>
          </a:xfrm>
          <a:prstGeom xmlns:a="http://schemas.openxmlformats.org/drawingml/2006/main" prst="leftArrow">
            <a:avLst/>
          </a:prstGeom>
          <a:solidFill xmlns:a="http://schemas.openxmlformats.org/drawingml/2006/main">
            <a:srgbClr val="ADF0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3428A7-2C80-43EE-AB6F-109003CFA9FA}"/>
              </a:ext>
            </a:extLst>
          </p:cNvPr>
          <p:cNvSpPr>
            <a:spLocks xmlns:a="http://schemas.openxmlformats.org/drawingml/2006/main" noGrp="1"/>
          </p:cNvSpPr>
          <p:nvPr/>
        </p:nvSpPr>
        <p:spPr>
          <a:xfrm xmlns:a="http://schemas.openxmlformats.org/drawingml/2006/main">
            <a:off x="3629025" y="1666875"/>
            <a:ext cx="542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ADF0CF"/>
                </a:solidFill>
                <a:latin typeface="Aptos"/>
                <a:ea typeface="Aptos"/>
                <a:cs typeface="Aptos"/>
              </a:defRPr>
            </a:defPPr>
            <a:lvl1pPr algn="ctr">
              <a:defRPr sz="1425" b="0">
                <a:solidFill>
                  <a:srgbClr val="ADF0CF"/>
                </a:solidFill>
                <a:latin typeface="Aptos"/>
                <a:ea typeface="Aptos"/>
                <a:cs typeface="Aptos"/>
              </a:defRPr>
            </a:lvl1pPr>
            <a:lvl2pPr algn="ctr">
              <a:defRPr sz="1425" b="0">
                <a:solidFill>
                  <a:srgbClr val="ADF0CF"/>
                </a:solidFill>
                <a:latin typeface="Aptos"/>
                <a:ea typeface="Aptos"/>
                <a:cs typeface="Aptos"/>
              </a:defRPr>
            </a:lvl2pPr>
            <a:lvl3pPr algn="ctr">
              <a:defRPr sz="1425" b="0">
                <a:solidFill>
                  <a:srgbClr val="ADF0CF"/>
                </a:solidFill>
                <a:latin typeface="Aptos"/>
                <a:ea typeface="Aptos"/>
                <a:cs typeface="Aptos"/>
              </a:defRPr>
            </a:lvl3pPr>
            <a:lvl4pPr algn="ctr">
              <a:defRPr sz="1425" b="0">
                <a:solidFill>
                  <a:srgbClr val="ADF0CF"/>
                </a:solidFill>
                <a:latin typeface="Aptos"/>
                <a:ea typeface="Aptos"/>
                <a:cs typeface="Aptos"/>
              </a:defRPr>
            </a:lvl4pPr>
            <a:lvl5pPr algn="ctr">
              <a:defRPr sz="1425" b="0">
                <a:solidFill>
                  <a:srgbClr val="ADF0CF"/>
                </a:solidFill>
                <a:latin typeface="Aptos"/>
                <a:ea typeface="Aptos"/>
                <a:cs typeface="Aptos"/>
              </a:defRPr>
            </a:lvl5pPr>
            <a:lvl6pPr algn="ctr">
              <a:defRPr sz="1425" b="0">
                <a:solidFill>
                  <a:srgbClr val="ADF0CF"/>
                </a:solidFill>
                <a:latin typeface="Aptos"/>
                <a:ea typeface="Aptos"/>
                <a:cs typeface="Aptos"/>
              </a:defRPr>
            </a:lvl6pPr>
            <a:lvl7pPr algn="ctr">
              <a:defRPr sz="1425" b="0">
                <a:solidFill>
                  <a:srgbClr val="ADF0CF"/>
                </a:solidFill>
                <a:latin typeface="Aptos"/>
                <a:ea typeface="Aptos"/>
                <a:cs typeface="Aptos"/>
              </a:defRPr>
            </a:lvl7pPr>
            <a:lvl8pPr algn="ctr">
              <a:defRPr sz="1425" b="0">
                <a:solidFill>
                  <a:srgbClr val="ADF0CF"/>
                </a:solidFill>
                <a:latin typeface="Aptos"/>
                <a:ea typeface="Aptos"/>
                <a:cs typeface="Aptos"/>
              </a:defRPr>
            </a:lvl8pPr>
            <a:lvl9pPr algn="ctr">
              <a:defRPr sz="1425" b="0">
                <a:solidFill>
                  <a:srgbClr val="ADF0CF"/>
                </a:solidFill>
                <a:latin typeface="Aptos"/>
                <a:ea typeface="Aptos"/>
                <a:cs typeface="Aptos"/>
              </a:defRPr>
            </a:lvl9pPr>
          </a:lstStyle>
          <a:p xmlns:a="http://schemas.openxmlformats.org/drawingml/2006/main">
            <a:pPr algn="ctr">
              <a:defRPr sz="1425" b="0">
                <a:solidFill>
                  <a:srgbClr val="ADF0CF"/>
                </a:solidFill>
                <a:latin typeface="Aptos"/>
                <a:ea typeface="Aptos"/>
                <a:cs typeface="Aptos"/>
              </a:defRPr>
            </a:pPr>
            <a:r>
              <a:rPr sz="1425" b="0">
                <a:solidFill>
                  <a:srgbClr val="ADF0CF"/>
                </a:solidFill>
                <a:latin typeface="Aptos"/>
                <a:ea typeface="Aptos"/>
                <a:cs typeface="Aptos"/>
              </a:rPr>
              <a:t>Global parameters broadcast for the next round</a:t>
            </a:r>
          </a:p>
        </p:txBody>
      </p:sp>
      <p:sp>
        <p:nvSpPr>
          <p:cNvPr id="14" name="">
            <a:extLst xmlns:a="http://schemas.openxmlformats.org/drawingml/2006/main">
              <a:ext uri="{FF2B5EF4-FFF2-40B4-BE49-F238E27FC236}">
                <a16:creationId xmlns:a16="http://schemas.microsoft.com/office/drawing/2014/main" id="{57954EBD-5F3A-4B51-B75B-A2AFDAE104D4}"/>
              </a:ext>
            </a:extLst>
          </p:cNvPr>
          <p:cNvSpPr>
            <a:spLocks xmlns:a="http://schemas.openxmlformats.org/drawingml/2006/main" noGrp="1"/>
          </p:cNvSpPr>
          <p:nvPr/>
        </p:nvSpPr>
        <p:spPr>
          <a:xfrm xmlns:a="http://schemas.openxmlformats.org/drawingml/2006/main">
            <a:off x="638175" y="48958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ADF0CF"/>
                </a:solidFill>
                <a:latin typeface="Aptos"/>
                <a:ea typeface="Aptos"/>
                <a:cs typeface="Aptos"/>
              </a:defRPr>
            </a:defPPr>
            <a:lvl1pPr algn="l">
              <a:defRPr sz="2025" b="1">
                <a:solidFill>
                  <a:srgbClr val="ADF0CF"/>
                </a:solidFill>
                <a:latin typeface="Aptos"/>
                <a:ea typeface="Aptos"/>
                <a:cs typeface="Aptos"/>
              </a:defRPr>
            </a:lvl1pPr>
            <a:lvl2pPr algn="l">
              <a:defRPr sz="2025" b="1">
                <a:solidFill>
                  <a:srgbClr val="ADF0CF"/>
                </a:solidFill>
                <a:latin typeface="Aptos"/>
                <a:ea typeface="Aptos"/>
                <a:cs typeface="Aptos"/>
              </a:defRPr>
            </a:lvl2pPr>
            <a:lvl3pPr algn="l">
              <a:defRPr sz="2025" b="1">
                <a:solidFill>
                  <a:srgbClr val="ADF0CF"/>
                </a:solidFill>
                <a:latin typeface="Aptos"/>
                <a:ea typeface="Aptos"/>
                <a:cs typeface="Aptos"/>
              </a:defRPr>
            </a:lvl3pPr>
            <a:lvl4pPr algn="l">
              <a:defRPr sz="2025" b="1">
                <a:solidFill>
                  <a:srgbClr val="ADF0CF"/>
                </a:solidFill>
                <a:latin typeface="Aptos"/>
                <a:ea typeface="Aptos"/>
                <a:cs typeface="Aptos"/>
              </a:defRPr>
            </a:lvl4pPr>
            <a:lvl5pPr algn="l">
              <a:defRPr sz="2025" b="1">
                <a:solidFill>
                  <a:srgbClr val="ADF0CF"/>
                </a:solidFill>
                <a:latin typeface="Aptos"/>
                <a:ea typeface="Aptos"/>
                <a:cs typeface="Aptos"/>
              </a:defRPr>
            </a:lvl5pPr>
            <a:lvl6pPr algn="l">
              <a:defRPr sz="2025" b="1">
                <a:solidFill>
                  <a:srgbClr val="ADF0CF"/>
                </a:solidFill>
                <a:latin typeface="Aptos"/>
                <a:ea typeface="Aptos"/>
                <a:cs typeface="Aptos"/>
              </a:defRPr>
            </a:lvl6pPr>
            <a:lvl7pPr algn="l">
              <a:defRPr sz="2025" b="1">
                <a:solidFill>
                  <a:srgbClr val="ADF0CF"/>
                </a:solidFill>
                <a:latin typeface="Aptos"/>
                <a:ea typeface="Aptos"/>
                <a:cs typeface="Aptos"/>
              </a:defRPr>
            </a:lvl7pPr>
            <a:lvl8pPr algn="l">
              <a:defRPr sz="2025" b="1">
                <a:solidFill>
                  <a:srgbClr val="ADF0CF"/>
                </a:solidFill>
                <a:latin typeface="Aptos"/>
                <a:ea typeface="Aptos"/>
                <a:cs typeface="Aptos"/>
              </a:defRPr>
            </a:lvl8pPr>
            <a:lvl9pPr algn="l">
              <a:defRPr sz="2025" b="1">
                <a:solidFill>
                  <a:srgbClr val="ADF0CF"/>
                </a:solidFill>
                <a:latin typeface="Aptos"/>
                <a:ea typeface="Aptos"/>
                <a:cs typeface="Aptos"/>
              </a:defRPr>
            </a:lvl9pPr>
          </a:lstStyle>
          <a:p xmlns:a="http://schemas.openxmlformats.org/drawingml/2006/main">
            <a:pPr algn="l">
              <a:defRPr sz="2025" b="1">
                <a:solidFill>
                  <a:srgbClr val="ADF0CF"/>
                </a:solidFill>
                <a:latin typeface="Aptos"/>
                <a:ea typeface="Aptos"/>
                <a:cs typeface="Aptos"/>
              </a:defRPr>
            </a:pPr>
            <a:r>
              <a:rPr sz="2025" b="1">
                <a:solidFill>
                  <a:srgbClr val="ADF0CF"/>
                </a:solidFill>
                <a:latin typeface="Aptos"/>
                <a:ea typeface="Aptos"/>
                <a:cs typeface="Aptos"/>
              </a:rPr>
              <a:t>Calibration prefix</a:t>
            </a:r>
          </a:p>
        </p:txBody>
      </p:sp>
      <p:sp>
        <p:nvSpPr>
          <p:cNvPr id="15" name="">
            <a:extLst xmlns:a="http://schemas.openxmlformats.org/drawingml/2006/main">
              <a:ext uri="{FF2B5EF4-FFF2-40B4-BE49-F238E27FC236}">
                <a16:creationId xmlns:a16="http://schemas.microsoft.com/office/drawing/2014/main" id="{44968E97-0401-4C58-A51A-65B93A7C0ADA}"/>
              </a:ext>
            </a:extLst>
          </p:cNvPr>
          <p:cNvSpPr>
            <a:spLocks xmlns:a="http://schemas.openxmlformats.org/drawingml/2006/main" noGrp="1"/>
          </p:cNvSpPr>
          <p:nvPr/>
        </p:nvSpPr>
        <p:spPr>
          <a:xfrm xmlns:a="http://schemas.openxmlformats.org/drawingml/2006/main">
            <a:off x="657225" y="5362575"/>
            <a:ext cx="4591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Aptos"/>
                <a:ea typeface="Aptos"/>
                <a:cs typeface="Aptos"/>
              </a:defRPr>
            </a:defPPr>
            <a:lvl1pPr algn="l">
              <a:defRPr sz="1875" b="0">
                <a:solidFill>
                  <a:srgbClr val="FFFFFF"/>
                </a:solidFill>
                <a:latin typeface="Aptos"/>
                <a:ea typeface="Aptos"/>
                <a:cs typeface="Aptos"/>
              </a:defRPr>
            </a:lvl1pPr>
            <a:lvl2pPr algn="l">
              <a:defRPr sz="1875" b="0">
                <a:solidFill>
                  <a:srgbClr val="FFFFFF"/>
                </a:solidFill>
                <a:latin typeface="Aptos"/>
                <a:ea typeface="Aptos"/>
                <a:cs typeface="Aptos"/>
              </a:defRPr>
            </a:lvl2pPr>
            <a:lvl3pPr algn="l">
              <a:defRPr sz="1875" b="0">
                <a:solidFill>
                  <a:srgbClr val="FFFFFF"/>
                </a:solidFill>
                <a:latin typeface="Aptos"/>
                <a:ea typeface="Aptos"/>
                <a:cs typeface="Aptos"/>
              </a:defRPr>
            </a:lvl3pPr>
            <a:lvl4pPr algn="l">
              <a:defRPr sz="1875" b="0">
                <a:solidFill>
                  <a:srgbClr val="FFFFFF"/>
                </a:solidFill>
                <a:latin typeface="Aptos"/>
                <a:ea typeface="Aptos"/>
                <a:cs typeface="Aptos"/>
              </a:defRPr>
            </a:lvl4pPr>
            <a:lvl5pPr algn="l">
              <a:defRPr sz="1875" b="0">
                <a:solidFill>
                  <a:srgbClr val="FFFFFF"/>
                </a:solidFill>
                <a:latin typeface="Aptos"/>
                <a:ea typeface="Aptos"/>
                <a:cs typeface="Aptos"/>
              </a:defRPr>
            </a:lvl5pPr>
            <a:lvl6pPr algn="l">
              <a:defRPr sz="1875" b="0">
                <a:solidFill>
                  <a:srgbClr val="FFFFFF"/>
                </a:solidFill>
                <a:latin typeface="Aptos"/>
                <a:ea typeface="Aptos"/>
                <a:cs typeface="Aptos"/>
              </a:defRPr>
            </a:lvl6pPr>
            <a:lvl7pPr algn="l">
              <a:defRPr sz="1875" b="0">
                <a:solidFill>
                  <a:srgbClr val="FFFFFF"/>
                </a:solidFill>
                <a:latin typeface="Aptos"/>
                <a:ea typeface="Aptos"/>
                <a:cs typeface="Aptos"/>
              </a:defRPr>
            </a:lvl7pPr>
            <a:lvl8pPr algn="l">
              <a:defRPr sz="1875" b="0">
                <a:solidFill>
                  <a:srgbClr val="FFFFFF"/>
                </a:solidFill>
                <a:latin typeface="Aptos"/>
                <a:ea typeface="Aptos"/>
                <a:cs typeface="Aptos"/>
              </a:defRPr>
            </a:lvl8pPr>
            <a:lvl9pPr algn="l">
              <a:defRPr sz="1875" b="0">
                <a:solidFill>
                  <a:srgbClr val="FFFFFF"/>
                </a:solidFill>
                <a:latin typeface="Aptos"/>
                <a:ea typeface="Aptos"/>
                <a:cs typeface="Aptos"/>
              </a:defRPr>
            </a:lvl9pPr>
          </a:lstStyle>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Early co-located residuals produce</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one confidence score per client.</a:t>
            </a:r>
          </a:p>
        </p:txBody>
      </p:sp>
      <p:sp>
        <p:nvSpPr>
          <p:cNvPr id="16" name="">
            <a:extLst xmlns:a="http://schemas.openxmlformats.org/drawingml/2006/main">
              <a:ext uri="{FF2B5EF4-FFF2-40B4-BE49-F238E27FC236}">
                <a16:creationId xmlns:a16="http://schemas.microsoft.com/office/drawing/2014/main" id="{2A0C2C1F-F8C8-47D3-8E50-D1A384880B48}"/>
              </a:ext>
            </a:extLst>
          </p:cNvPr>
          <p:cNvSpPr>
            <a:spLocks xmlns:a="http://schemas.openxmlformats.org/drawingml/2006/main" noGrp="1"/>
          </p:cNvSpPr>
          <p:nvPr/>
        </p:nvSpPr>
        <p:spPr>
          <a:xfrm xmlns:a="http://schemas.openxmlformats.org/drawingml/2006/main">
            <a:off x="6743700" y="48958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ADF0CF"/>
                </a:solidFill>
                <a:latin typeface="Aptos"/>
                <a:ea typeface="Aptos"/>
                <a:cs typeface="Aptos"/>
              </a:defRPr>
            </a:defPPr>
            <a:lvl1pPr algn="l">
              <a:defRPr sz="2025" b="1">
                <a:solidFill>
                  <a:srgbClr val="ADF0CF"/>
                </a:solidFill>
                <a:latin typeface="Aptos"/>
                <a:ea typeface="Aptos"/>
                <a:cs typeface="Aptos"/>
              </a:defRPr>
            </a:lvl1pPr>
            <a:lvl2pPr algn="l">
              <a:defRPr sz="2025" b="1">
                <a:solidFill>
                  <a:srgbClr val="ADF0CF"/>
                </a:solidFill>
                <a:latin typeface="Aptos"/>
                <a:ea typeface="Aptos"/>
                <a:cs typeface="Aptos"/>
              </a:defRPr>
            </a:lvl2pPr>
            <a:lvl3pPr algn="l">
              <a:defRPr sz="2025" b="1">
                <a:solidFill>
                  <a:srgbClr val="ADF0CF"/>
                </a:solidFill>
                <a:latin typeface="Aptos"/>
                <a:ea typeface="Aptos"/>
                <a:cs typeface="Aptos"/>
              </a:defRPr>
            </a:lvl3pPr>
            <a:lvl4pPr algn="l">
              <a:defRPr sz="2025" b="1">
                <a:solidFill>
                  <a:srgbClr val="ADF0CF"/>
                </a:solidFill>
                <a:latin typeface="Aptos"/>
                <a:ea typeface="Aptos"/>
                <a:cs typeface="Aptos"/>
              </a:defRPr>
            </a:lvl4pPr>
            <a:lvl5pPr algn="l">
              <a:defRPr sz="2025" b="1">
                <a:solidFill>
                  <a:srgbClr val="ADF0CF"/>
                </a:solidFill>
                <a:latin typeface="Aptos"/>
                <a:ea typeface="Aptos"/>
                <a:cs typeface="Aptos"/>
              </a:defRPr>
            </a:lvl5pPr>
            <a:lvl6pPr algn="l">
              <a:defRPr sz="2025" b="1">
                <a:solidFill>
                  <a:srgbClr val="ADF0CF"/>
                </a:solidFill>
                <a:latin typeface="Aptos"/>
                <a:ea typeface="Aptos"/>
                <a:cs typeface="Aptos"/>
              </a:defRPr>
            </a:lvl6pPr>
            <a:lvl7pPr algn="l">
              <a:defRPr sz="2025" b="1">
                <a:solidFill>
                  <a:srgbClr val="ADF0CF"/>
                </a:solidFill>
                <a:latin typeface="Aptos"/>
                <a:ea typeface="Aptos"/>
                <a:cs typeface="Aptos"/>
              </a:defRPr>
            </a:lvl7pPr>
            <a:lvl8pPr algn="l">
              <a:defRPr sz="2025" b="1">
                <a:solidFill>
                  <a:srgbClr val="ADF0CF"/>
                </a:solidFill>
                <a:latin typeface="Aptos"/>
                <a:ea typeface="Aptos"/>
                <a:cs typeface="Aptos"/>
              </a:defRPr>
            </a:lvl8pPr>
            <a:lvl9pPr algn="l">
              <a:defRPr sz="2025" b="1">
                <a:solidFill>
                  <a:srgbClr val="ADF0CF"/>
                </a:solidFill>
                <a:latin typeface="Aptos"/>
                <a:ea typeface="Aptos"/>
                <a:cs typeface="Aptos"/>
              </a:defRPr>
            </a:lvl9pPr>
          </a:lstStyle>
          <a:p xmlns:a="http://schemas.openxmlformats.org/drawingml/2006/main">
            <a:pPr algn="l">
              <a:defRPr sz="2025" b="1">
                <a:solidFill>
                  <a:srgbClr val="ADF0CF"/>
                </a:solidFill>
                <a:latin typeface="Aptos"/>
                <a:ea typeface="Aptos"/>
                <a:cs typeface="Aptos"/>
              </a:defRPr>
            </a:pPr>
            <a:r>
              <a:rPr sz="2025" b="1">
                <a:solidFill>
                  <a:srgbClr val="ADF0CF"/>
                </a:solidFill>
                <a:latin typeface="Aptos"/>
                <a:ea typeface="Aptos"/>
                <a:cs typeface="Aptos"/>
              </a:rPr>
              <a:t>Separate evaluator</a:t>
            </a:r>
          </a:p>
        </p:txBody>
      </p:sp>
      <p:sp>
        <p:nvSpPr>
          <p:cNvPr id="17" name="">
            <a:extLst xmlns:a="http://schemas.openxmlformats.org/drawingml/2006/main">
              <a:ext uri="{FF2B5EF4-FFF2-40B4-BE49-F238E27FC236}">
                <a16:creationId xmlns:a16="http://schemas.microsoft.com/office/drawing/2014/main" id="{98BDE5D7-D848-41B1-89E8-FAA681EA0C97}"/>
              </a:ext>
            </a:extLst>
          </p:cNvPr>
          <p:cNvSpPr>
            <a:spLocks xmlns:a="http://schemas.openxmlformats.org/drawingml/2006/main" noGrp="1"/>
          </p:cNvSpPr>
          <p:nvPr/>
        </p:nvSpPr>
        <p:spPr>
          <a:xfrm xmlns:a="http://schemas.openxmlformats.org/drawingml/2006/main">
            <a:off x="6762750" y="53625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Aptos"/>
                <a:ea typeface="Aptos"/>
                <a:cs typeface="Aptos"/>
              </a:defRPr>
            </a:defPPr>
            <a:lvl1pPr algn="l">
              <a:defRPr sz="1875" b="0">
                <a:solidFill>
                  <a:srgbClr val="FFFFFF"/>
                </a:solidFill>
                <a:latin typeface="Aptos"/>
                <a:ea typeface="Aptos"/>
                <a:cs typeface="Aptos"/>
              </a:defRPr>
            </a:lvl1pPr>
            <a:lvl2pPr algn="l">
              <a:defRPr sz="1875" b="0">
                <a:solidFill>
                  <a:srgbClr val="FFFFFF"/>
                </a:solidFill>
                <a:latin typeface="Aptos"/>
                <a:ea typeface="Aptos"/>
                <a:cs typeface="Aptos"/>
              </a:defRPr>
            </a:lvl2pPr>
            <a:lvl3pPr algn="l">
              <a:defRPr sz="1875" b="0">
                <a:solidFill>
                  <a:srgbClr val="FFFFFF"/>
                </a:solidFill>
                <a:latin typeface="Aptos"/>
                <a:ea typeface="Aptos"/>
                <a:cs typeface="Aptos"/>
              </a:defRPr>
            </a:lvl3pPr>
            <a:lvl4pPr algn="l">
              <a:defRPr sz="1875" b="0">
                <a:solidFill>
                  <a:srgbClr val="FFFFFF"/>
                </a:solidFill>
                <a:latin typeface="Aptos"/>
                <a:ea typeface="Aptos"/>
                <a:cs typeface="Aptos"/>
              </a:defRPr>
            </a:lvl4pPr>
            <a:lvl5pPr algn="l">
              <a:defRPr sz="1875" b="0">
                <a:solidFill>
                  <a:srgbClr val="FFFFFF"/>
                </a:solidFill>
                <a:latin typeface="Aptos"/>
                <a:ea typeface="Aptos"/>
                <a:cs typeface="Aptos"/>
              </a:defRPr>
            </a:lvl5pPr>
            <a:lvl6pPr algn="l">
              <a:defRPr sz="1875" b="0">
                <a:solidFill>
                  <a:srgbClr val="FFFFFF"/>
                </a:solidFill>
                <a:latin typeface="Aptos"/>
                <a:ea typeface="Aptos"/>
                <a:cs typeface="Aptos"/>
              </a:defRPr>
            </a:lvl6pPr>
            <a:lvl7pPr algn="l">
              <a:defRPr sz="1875" b="0">
                <a:solidFill>
                  <a:srgbClr val="FFFFFF"/>
                </a:solidFill>
                <a:latin typeface="Aptos"/>
                <a:ea typeface="Aptos"/>
                <a:cs typeface="Aptos"/>
              </a:defRPr>
            </a:lvl7pPr>
            <a:lvl8pPr algn="l">
              <a:defRPr sz="1875" b="0">
                <a:solidFill>
                  <a:srgbClr val="FFFFFF"/>
                </a:solidFill>
                <a:latin typeface="Aptos"/>
                <a:ea typeface="Aptos"/>
                <a:cs typeface="Aptos"/>
              </a:defRPr>
            </a:lvl8pPr>
            <a:lvl9pPr algn="l">
              <a:defRPr sz="1875" b="0">
                <a:solidFill>
                  <a:srgbClr val="FFFFFF"/>
                </a:solidFill>
                <a:latin typeface="Aptos"/>
                <a:ea typeface="Aptos"/>
                <a:cs typeface="Aptos"/>
              </a:defRPr>
            </a:lvl9pPr>
          </a:lstStyle>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Reference truth scores future times</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and locations excluded from fitting.</a:t>
            </a:r>
          </a:p>
        </p:txBody>
      </p:sp>
    </p:spTree>
    <p:extLst>
      <p:ext uri="{BB962C8B-B14F-4D97-AF65-F5344CB8AC3E}">
        <p14:creationId xmlns:p14="http://schemas.microsoft.com/office/powerpoint/2010/main" val="365565244"/>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E5CBB2-FE37-4B75-B16A-9387C7F2FA3B}"/>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Two learners, two information sets</a:t>
            </a:r>
          </a:p>
        </p:txBody>
      </p:sp>
      <p:sp>
        <p:nvSpPr>
          <p:cNvPr id="2" name="">
            <a:extLst xmlns:a="http://schemas.openxmlformats.org/drawingml/2006/main">
              <a:ext uri="{FF2B5EF4-FFF2-40B4-BE49-F238E27FC236}">
                <a16:creationId xmlns:a16="http://schemas.microsoft.com/office/drawing/2014/main" id="{D3100453-FCE5-489F-B6EB-ECF49F6D3D4B}"/>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Spatial mapping and temporal forecasting answer different questions.</a:t>
            </a:r>
          </a:p>
        </p:txBody>
      </p:sp>
      <p:sp>
        <p:nvSpPr>
          <p:cNvPr id="3" name="">
            <a:extLst xmlns:a="http://schemas.openxmlformats.org/drawingml/2006/main">
              <a:ext uri="{FF2B5EF4-FFF2-40B4-BE49-F238E27FC236}">
                <a16:creationId xmlns:a16="http://schemas.microsoft.com/office/drawing/2014/main" id="{E5E02E2A-5D01-4C83-8E1E-AE58EDE54F49}"/>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73D8D0E5-B98D-49FE-B5C2-89E4A43079E6}"/>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71F60F14-F990-4A5D-98C3-6290A8F2F231}"/>
              </a:ext>
            </a:extLst>
          </p:cNvPr>
          <p:cNvSpPr>
            <a:spLocks xmlns:a="http://schemas.openxmlformats.org/drawingml/2006/main" noGrp="1"/>
          </p:cNvSpPr>
          <p:nvPr/>
        </p:nvSpPr>
        <p:spPr>
          <a:xfrm xmlns:a="http://schemas.openxmlformats.org/drawingml/2006/main">
            <a:off x="638175" y="19716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27775D"/>
                </a:solidFill>
                <a:latin typeface="Aptos"/>
                <a:ea typeface="Aptos"/>
                <a:cs typeface="Aptos"/>
              </a:defRPr>
            </a:defPPr>
            <a:lvl1pPr algn="l">
              <a:defRPr sz="2400" b="1">
                <a:solidFill>
                  <a:srgbClr val="27775D"/>
                </a:solidFill>
                <a:latin typeface="Aptos"/>
                <a:ea typeface="Aptos"/>
                <a:cs typeface="Aptos"/>
              </a:defRPr>
            </a:lvl1pPr>
            <a:lvl2pPr algn="l">
              <a:defRPr sz="2400" b="1">
                <a:solidFill>
                  <a:srgbClr val="27775D"/>
                </a:solidFill>
                <a:latin typeface="Aptos"/>
                <a:ea typeface="Aptos"/>
                <a:cs typeface="Aptos"/>
              </a:defRPr>
            </a:lvl2pPr>
            <a:lvl3pPr algn="l">
              <a:defRPr sz="2400" b="1">
                <a:solidFill>
                  <a:srgbClr val="27775D"/>
                </a:solidFill>
                <a:latin typeface="Aptos"/>
                <a:ea typeface="Aptos"/>
                <a:cs typeface="Aptos"/>
              </a:defRPr>
            </a:lvl3pPr>
            <a:lvl4pPr algn="l">
              <a:defRPr sz="2400" b="1">
                <a:solidFill>
                  <a:srgbClr val="27775D"/>
                </a:solidFill>
                <a:latin typeface="Aptos"/>
                <a:ea typeface="Aptos"/>
                <a:cs typeface="Aptos"/>
              </a:defRPr>
            </a:lvl4pPr>
            <a:lvl5pPr algn="l">
              <a:defRPr sz="2400" b="1">
                <a:solidFill>
                  <a:srgbClr val="27775D"/>
                </a:solidFill>
                <a:latin typeface="Aptos"/>
                <a:ea typeface="Aptos"/>
                <a:cs typeface="Aptos"/>
              </a:defRPr>
            </a:lvl5pPr>
            <a:lvl6pPr algn="l">
              <a:defRPr sz="2400" b="1">
                <a:solidFill>
                  <a:srgbClr val="27775D"/>
                </a:solidFill>
                <a:latin typeface="Aptos"/>
                <a:ea typeface="Aptos"/>
                <a:cs typeface="Aptos"/>
              </a:defRPr>
            </a:lvl6pPr>
            <a:lvl7pPr algn="l">
              <a:defRPr sz="2400" b="1">
                <a:solidFill>
                  <a:srgbClr val="27775D"/>
                </a:solidFill>
                <a:latin typeface="Aptos"/>
                <a:ea typeface="Aptos"/>
                <a:cs typeface="Aptos"/>
              </a:defRPr>
            </a:lvl7pPr>
            <a:lvl8pPr algn="l">
              <a:defRPr sz="2400" b="1">
                <a:solidFill>
                  <a:srgbClr val="27775D"/>
                </a:solidFill>
                <a:latin typeface="Aptos"/>
                <a:ea typeface="Aptos"/>
                <a:cs typeface="Aptos"/>
              </a:defRPr>
            </a:lvl8pPr>
            <a:lvl9pPr algn="l">
              <a:defRPr sz="2400" b="1">
                <a:solidFill>
                  <a:srgbClr val="27775D"/>
                </a:solidFill>
                <a:latin typeface="Aptos"/>
                <a:ea typeface="Aptos"/>
                <a:cs typeface="Aptos"/>
              </a:defRPr>
            </a:lvl9pPr>
          </a:lstStyle>
          <a:p xmlns:a="http://schemas.openxmlformats.org/drawingml/2006/main">
            <a:pPr algn="l">
              <a:defRPr sz="2400" b="1">
                <a:solidFill>
                  <a:srgbClr val="27775D"/>
                </a:solidFill>
                <a:latin typeface="Aptos"/>
                <a:ea typeface="Aptos"/>
                <a:cs typeface="Aptos"/>
              </a:defRPr>
            </a:pPr>
            <a:r>
              <a:rPr sz="2400" b="1">
                <a:solidFill>
                  <a:srgbClr val="27775D"/>
                </a:solidFill>
                <a:latin typeface="Aptos"/>
                <a:ea typeface="Aptos"/>
                <a:cs typeface="Aptos"/>
              </a:rPr>
              <a:t>Spatial graph learner</a:t>
            </a:r>
          </a:p>
        </p:txBody>
      </p:sp>
      <p:sp>
        <p:nvSpPr>
          <p:cNvPr id="6" name="">
            <a:extLst xmlns:a="http://schemas.openxmlformats.org/drawingml/2006/main">
              <a:ext uri="{FF2B5EF4-FFF2-40B4-BE49-F238E27FC236}">
                <a16:creationId xmlns:a16="http://schemas.microsoft.com/office/drawing/2014/main" id="{831CBBCC-A866-41BA-9531-093BB3CCC5B9}"/>
              </a:ext>
            </a:extLst>
          </p:cNvPr>
          <p:cNvSpPr>
            <a:spLocks xmlns:a="http://schemas.openxmlformats.org/drawingml/2006/main" noGrp="1"/>
          </p:cNvSpPr>
          <p:nvPr/>
        </p:nvSpPr>
        <p:spPr>
          <a:xfrm xmlns:a="http://schemas.openxmlformats.org/drawingml/2006/main">
            <a:off x="628650" y="2762250"/>
            <a:ext cx="1476375" cy="1095375"/>
          </a:xfrm>
          <a:prstGeom xmlns:a="http://schemas.openxmlformats.org/drawingml/2006/main" prst="roundRect">
            <a:avLst>
              <a:gd name="adj" fmla="val 8696"/>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3 donors</a:t>
            </a:r>
          </a:p>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6 past hours</a:t>
            </a:r>
          </a:p>
        </p:txBody>
      </p:sp>
      <p:sp>
        <p:nvSpPr>
          <p:cNvPr id="7" name="">
            <a:extLst xmlns:a="http://schemas.openxmlformats.org/drawingml/2006/main">
              <a:ext uri="{FF2B5EF4-FFF2-40B4-BE49-F238E27FC236}">
                <a16:creationId xmlns:a16="http://schemas.microsoft.com/office/drawing/2014/main" id="{A4B69733-A76F-4CCC-8785-6B92D82BD1B9}"/>
              </a:ext>
            </a:extLst>
          </p:cNvPr>
          <p:cNvSpPr>
            <a:spLocks xmlns:a="http://schemas.openxmlformats.org/drawingml/2006/main" noGrp="1"/>
          </p:cNvSpPr>
          <p:nvPr/>
        </p:nvSpPr>
        <p:spPr>
          <a:xfrm xmlns:a="http://schemas.openxmlformats.org/drawingml/2006/main">
            <a:off x="2219325" y="3181350"/>
            <a:ext cx="266700" cy="209550"/>
          </a:xfrm>
          <a:prstGeom xmlns:a="http://schemas.openxmlformats.org/drawingml/2006/main" prst="rightArrow">
            <a:avLst/>
          </a:prstGeom>
          <a:solidFill xmlns:a="http://schemas.openxmlformats.org/drawingml/2006/main">
            <a:srgbClr val="2777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83D93E-67E1-4205-B192-4117AD18A916}"/>
              </a:ext>
            </a:extLst>
          </p:cNvPr>
          <p:cNvSpPr>
            <a:spLocks xmlns:a="http://schemas.openxmlformats.org/drawingml/2006/main" noGrp="1"/>
          </p:cNvSpPr>
          <p:nvPr/>
        </p:nvSpPr>
        <p:spPr>
          <a:xfrm xmlns:a="http://schemas.openxmlformats.org/drawingml/2006/main">
            <a:off x="2600325" y="2762250"/>
            <a:ext cx="1619250" cy="1095375"/>
          </a:xfrm>
          <a:prstGeom xmlns:a="http://schemas.openxmlformats.org/drawingml/2006/main" prst="roundRect">
            <a:avLst>
              <a:gd name="adj" fmla="val 8696"/>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Messages +</a:t>
            </a:r>
          </a:p>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attention</a:t>
            </a:r>
          </a:p>
        </p:txBody>
      </p:sp>
      <p:sp>
        <p:nvSpPr>
          <p:cNvPr id="9" name="">
            <a:extLst xmlns:a="http://schemas.openxmlformats.org/drawingml/2006/main">
              <a:ext uri="{FF2B5EF4-FFF2-40B4-BE49-F238E27FC236}">
                <a16:creationId xmlns:a16="http://schemas.microsoft.com/office/drawing/2014/main" id="{2BC17ACE-AE4D-45A6-AAF7-87C8AA3C5EF6}"/>
              </a:ext>
            </a:extLst>
          </p:cNvPr>
          <p:cNvSpPr>
            <a:spLocks xmlns:a="http://schemas.openxmlformats.org/drawingml/2006/main" noGrp="1"/>
          </p:cNvSpPr>
          <p:nvPr/>
        </p:nvSpPr>
        <p:spPr>
          <a:xfrm xmlns:a="http://schemas.openxmlformats.org/drawingml/2006/main">
            <a:off x="4333875" y="3181350"/>
            <a:ext cx="266700" cy="209550"/>
          </a:xfrm>
          <a:prstGeom xmlns:a="http://schemas.openxmlformats.org/drawingml/2006/main" prst="rightArrow">
            <a:avLst/>
          </a:prstGeom>
          <a:solidFill xmlns:a="http://schemas.openxmlformats.org/drawingml/2006/main">
            <a:srgbClr val="2777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3D7A75-925B-4517-984A-4C6C24BAB46D}"/>
              </a:ext>
            </a:extLst>
          </p:cNvPr>
          <p:cNvSpPr>
            <a:spLocks xmlns:a="http://schemas.openxmlformats.org/drawingml/2006/main" noGrp="1"/>
          </p:cNvSpPr>
          <p:nvPr/>
        </p:nvSpPr>
        <p:spPr>
          <a:xfrm xmlns:a="http://schemas.openxmlformats.org/drawingml/2006/main">
            <a:off x="4714875" y="2762250"/>
            <a:ext cx="1143000" cy="1095375"/>
          </a:xfrm>
          <a:prstGeom xmlns:a="http://schemas.openxmlformats.org/drawingml/2006/main" prst="roundRect">
            <a:avLst>
              <a:gd name="adj" fmla="val 8696"/>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Target</a:t>
            </a:r>
          </a:p>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PM2.5</a:t>
            </a:r>
          </a:p>
        </p:txBody>
      </p:sp>
      <p:sp>
        <p:nvSpPr>
          <p:cNvPr id="11" name="">
            <a:extLst xmlns:a="http://schemas.openxmlformats.org/drawingml/2006/main">
              <a:ext uri="{FF2B5EF4-FFF2-40B4-BE49-F238E27FC236}">
                <a16:creationId xmlns:a16="http://schemas.microsoft.com/office/drawing/2014/main" id="{0916F765-81E2-4045-BC38-AA50AB3A61AC}"/>
              </a:ext>
            </a:extLst>
          </p:cNvPr>
          <p:cNvSpPr>
            <a:spLocks xmlns:a="http://schemas.openxmlformats.org/drawingml/2006/main" noGrp="1"/>
          </p:cNvSpPr>
          <p:nvPr/>
        </p:nvSpPr>
        <p:spPr>
          <a:xfrm xmlns:a="http://schemas.openxmlformats.org/drawingml/2006/main">
            <a:off x="647700" y="4143375"/>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3C4B"/>
                </a:solidFill>
                <a:latin typeface="Aptos"/>
                <a:ea typeface="Aptos"/>
                <a:cs typeface="Aptos"/>
              </a:defRPr>
            </a:defPPr>
            <a:lvl1pPr algn="l">
              <a:defRPr sz="2025" b="0">
                <a:solidFill>
                  <a:srgbClr val="173C4B"/>
                </a:solidFill>
                <a:latin typeface="Aptos"/>
                <a:ea typeface="Aptos"/>
                <a:cs typeface="Aptos"/>
              </a:defRPr>
            </a:lvl1pPr>
            <a:lvl2pPr algn="l">
              <a:defRPr sz="2025" b="0">
                <a:solidFill>
                  <a:srgbClr val="173C4B"/>
                </a:solidFill>
                <a:latin typeface="Aptos"/>
                <a:ea typeface="Aptos"/>
                <a:cs typeface="Aptos"/>
              </a:defRPr>
            </a:lvl2pPr>
            <a:lvl3pPr algn="l">
              <a:defRPr sz="2025" b="0">
                <a:solidFill>
                  <a:srgbClr val="173C4B"/>
                </a:solidFill>
                <a:latin typeface="Aptos"/>
                <a:ea typeface="Aptos"/>
                <a:cs typeface="Aptos"/>
              </a:defRPr>
            </a:lvl3pPr>
            <a:lvl4pPr algn="l">
              <a:defRPr sz="2025" b="0">
                <a:solidFill>
                  <a:srgbClr val="173C4B"/>
                </a:solidFill>
                <a:latin typeface="Aptos"/>
                <a:ea typeface="Aptos"/>
                <a:cs typeface="Aptos"/>
              </a:defRPr>
            </a:lvl4pPr>
            <a:lvl5pPr algn="l">
              <a:defRPr sz="2025" b="0">
                <a:solidFill>
                  <a:srgbClr val="173C4B"/>
                </a:solidFill>
                <a:latin typeface="Aptos"/>
                <a:ea typeface="Aptos"/>
                <a:cs typeface="Aptos"/>
              </a:defRPr>
            </a:lvl5pPr>
            <a:lvl6pPr algn="l">
              <a:defRPr sz="2025" b="0">
                <a:solidFill>
                  <a:srgbClr val="173C4B"/>
                </a:solidFill>
                <a:latin typeface="Aptos"/>
                <a:ea typeface="Aptos"/>
                <a:cs typeface="Aptos"/>
              </a:defRPr>
            </a:lvl6pPr>
            <a:lvl7pPr algn="l">
              <a:defRPr sz="2025" b="0">
                <a:solidFill>
                  <a:srgbClr val="173C4B"/>
                </a:solidFill>
                <a:latin typeface="Aptos"/>
                <a:ea typeface="Aptos"/>
                <a:cs typeface="Aptos"/>
              </a:defRPr>
            </a:lvl7pPr>
            <a:lvl8pPr algn="l">
              <a:defRPr sz="2025" b="0">
                <a:solidFill>
                  <a:srgbClr val="173C4B"/>
                </a:solidFill>
                <a:latin typeface="Aptos"/>
                <a:ea typeface="Aptos"/>
                <a:cs typeface="Aptos"/>
              </a:defRPr>
            </a:lvl8pPr>
            <a:lvl9pPr algn="l">
              <a:defRPr sz="2025" b="0">
                <a:solidFill>
                  <a:srgbClr val="173C4B"/>
                </a:solidFill>
                <a:latin typeface="Aptos"/>
                <a:ea typeface="Aptos"/>
                <a:cs typeface="Aptos"/>
              </a:defRPr>
            </a:lvl9pPr>
          </a:lstStyle>
          <a:p xmlns:a="http://schemas.openxmlformats.org/drawingml/2006/main">
            <a:pPr algn="l">
              <a:defRPr sz="2025" b="0">
                <a:solidFill>
                  <a:srgbClr val="173C4B"/>
                </a:solidFill>
                <a:latin typeface="Aptos"/>
                <a:ea typeface="Aptos"/>
                <a:cs typeface="Aptos"/>
              </a:defRPr>
            </a:pPr>
            <a:r>
              <a:rPr sz="2025" b="0">
                <a:solidFill>
                  <a:srgbClr val="173C4B"/>
                </a:solidFill>
                <a:latin typeface="Aptos"/>
                <a:ea typeface="Aptos"/>
                <a:cs typeface="Aptos"/>
              </a:rPr>
              <a:t>Coordinates are available; the target’s</a:t>
            </a:r>
          </a:p>
          <a:p xmlns:a="http://schemas.openxmlformats.org/drawingml/2006/main">
            <a:pPr algn="l">
              <a:defRPr sz="2025" b="0">
                <a:solidFill>
                  <a:srgbClr val="173C4B"/>
                </a:solidFill>
                <a:latin typeface="Aptos"/>
                <a:ea typeface="Aptos"/>
                <a:cs typeface="Aptos"/>
              </a:defRPr>
            </a:pPr>
            <a:r>
              <a:rPr sz="2025" b="0">
                <a:solidFill>
                  <a:srgbClr val="173C4B"/>
                </a:solidFill>
                <a:latin typeface="Aptos"/>
                <a:ea typeface="Aptos"/>
                <a:cs typeface="Aptos"/>
              </a:rPr>
              <a:t>own reading is excluded.</a:t>
            </a:r>
          </a:p>
        </p:txBody>
      </p:sp>
      <p:sp>
        <p:nvSpPr>
          <p:cNvPr id="12" name="">
            <a:extLst xmlns:a="http://schemas.openxmlformats.org/drawingml/2006/main">
              <a:ext uri="{FF2B5EF4-FFF2-40B4-BE49-F238E27FC236}">
                <a16:creationId xmlns:a16="http://schemas.microsoft.com/office/drawing/2014/main" id="{2AC4F5A6-2029-422E-B45E-A5BB61D08AD8}"/>
              </a:ext>
            </a:extLst>
          </p:cNvPr>
          <p:cNvSpPr>
            <a:spLocks xmlns:a="http://schemas.openxmlformats.org/drawingml/2006/main" noGrp="1"/>
          </p:cNvSpPr>
          <p:nvPr/>
        </p:nvSpPr>
        <p:spPr>
          <a:xfrm xmlns:a="http://schemas.openxmlformats.org/drawingml/2006/main">
            <a:off x="6543675" y="197167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27775D"/>
                </a:solidFill>
                <a:latin typeface="Aptos"/>
                <a:ea typeface="Aptos"/>
                <a:cs typeface="Aptos"/>
              </a:defRPr>
            </a:defPPr>
            <a:lvl1pPr algn="l">
              <a:defRPr sz="2400" b="1">
                <a:solidFill>
                  <a:srgbClr val="27775D"/>
                </a:solidFill>
                <a:latin typeface="Aptos"/>
                <a:ea typeface="Aptos"/>
                <a:cs typeface="Aptos"/>
              </a:defRPr>
            </a:lvl1pPr>
            <a:lvl2pPr algn="l">
              <a:defRPr sz="2400" b="1">
                <a:solidFill>
                  <a:srgbClr val="27775D"/>
                </a:solidFill>
                <a:latin typeface="Aptos"/>
                <a:ea typeface="Aptos"/>
                <a:cs typeface="Aptos"/>
              </a:defRPr>
            </a:lvl2pPr>
            <a:lvl3pPr algn="l">
              <a:defRPr sz="2400" b="1">
                <a:solidFill>
                  <a:srgbClr val="27775D"/>
                </a:solidFill>
                <a:latin typeface="Aptos"/>
                <a:ea typeface="Aptos"/>
                <a:cs typeface="Aptos"/>
              </a:defRPr>
            </a:lvl3pPr>
            <a:lvl4pPr algn="l">
              <a:defRPr sz="2400" b="1">
                <a:solidFill>
                  <a:srgbClr val="27775D"/>
                </a:solidFill>
                <a:latin typeface="Aptos"/>
                <a:ea typeface="Aptos"/>
                <a:cs typeface="Aptos"/>
              </a:defRPr>
            </a:lvl4pPr>
            <a:lvl5pPr algn="l">
              <a:defRPr sz="2400" b="1">
                <a:solidFill>
                  <a:srgbClr val="27775D"/>
                </a:solidFill>
                <a:latin typeface="Aptos"/>
                <a:ea typeface="Aptos"/>
                <a:cs typeface="Aptos"/>
              </a:defRPr>
            </a:lvl5pPr>
            <a:lvl6pPr algn="l">
              <a:defRPr sz="2400" b="1">
                <a:solidFill>
                  <a:srgbClr val="27775D"/>
                </a:solidFill>
                <a:latin typeface="Aptos"/>
                <a:ea typeface="Aptos"/>
                <a:cs typeface="Aptos"/>
              </a:defRPr>
            </a:lvl6pPr>
            <a:lvl7pPr algn="l">
              <a:defRPr sz="2400" b="1">
                <a:solidFill>
                  <a:srgbClr val="27775D"/>
                </a:solidFill>
                <a:latin typeface="Aptos"/>
                <a:ea typeface="Aptos"/>
                <a:cs typeface="Aptos"/>
              </a:defRPr>
            </a:lvl7pPr>
            <a:lvl8pPr algn="l">
              <a:defRPr sz="2400" b="1">
                <a:solidFill>
                  <a:srgbClr val="27775D"/>
                </a:solidFill>
                <a:latin typeface="Aptos"/>
                <a:ea typeface="Aptos"/>
                <a:cs typeface="Aptos"/>
              </a:defRPr>
            </a:lvl8pPr>
            <a:lvl9pPr algn="l">
              <a:defRPr sz="2400" b="1">
                <a:solidFill>
                  <a:srgbClr val="27775D"/>
                </a:solidFill>
                <a:latin typeface="Aptos"/>
                <a:ea typeface="Aptos"/>
                <a:cs typeface="Aptos"/>
              </a:defRPr>
            </a:lvl9pPr>
          </a:lstStyle>
          <a:p xmlns:a="http://schemas.openxmlformats.org/drawingml/2006/main">
            <a:pPr algn="l">
              <a:defRPr sz="2400" b="1">
                <a:solidFill>
                  <a:srgbClr val="27775D"/>
                </a:solidFill>
                <a:latin typeface="Aptos"/>
                <a:ea typeface="Aptos"/>
                <a:cs typeface="Aptos"/>
              </a:defRPr>
            </a:pPr>
            <a:r>
              <a:rPr sz="2400" b="1">
                <a:solidFill>
                  <a:srgbClr val="27775D"/>
                </a:solidFill>
                <a:latin typeface="Aptos"/>
                <a:ea typeface="Aptos"/>
                <a:cs typeface="Aptos"/>
              </a:rPr>
              <a:t>Temporal LSTM</a:t>
            </a:r>
          </a:p>
        </p:txBody>
      </p:sp>
      <p:sp>
        <p:nvSpPr>
          <p:cNvPr id="13" name="">
            <a:extLst xmlns:a="http://schemas.openxmlformats.org/drawingml/2006/main">
              <a:ext uri="{FF2B5EF4-FFF2-40B4-BE49-F238E27FC236}">
                <a16:creationId xmlns:a16="http://schemas.microsoft.com/office/drawing/2014/main" id="{58335CA5-2DE5-4FB4-AAE9-882909649ABF}"/>
              </a:ext>
            </a:extLst>
          </p:cNvPr>
          <p:cNvSpPr>
            <a:spLocks xmlns:a="http://schemas.openxmlformats.org/drawingml/2006/main" noGrp="1"/>
          </p:cNvSpPr>
          <p:nvPr/>
        </p:nvSpPr>
        <p:spPr>
          <a:xfrm xmlns:a="http://schemas.openxmlformats.org/drawingml/2006/main">
            <a:off x="6534150" y="2762250"/>
            <a:ext cx="1581150" cy="1095375"/>
          </a:xfrm>
          <a:prstGeom xmlns:a="http://schemas.openxmlformats.org/drawingml/2006/main" prst="roundRect">
            <a:avLst>
              <a:gd name="adj" fmla="val 8696"/>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Own history</a:t>
            </a:r>
          </a:p>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6 past hours</a:t>
            </a:r>
          </a:p>
        </p:txBody>
      </p:sp>
      <p:sp>
        <p:nvSpPr>
          <p:cNvPr id="14" name="">
            <a:extLst xmlns:a="http://schemas.openxmlformats.org/drawingml/2006/main">
              <a:ext uri="{FF2B5EF4-FFF2-40B4-BE49-F238E27FC236}">
                <a16:creationId xmlns:a16="http://schemas.microsoft.com/office/drawing/2014/main" id="{FFFC244A-AAC6-4F68-9674-CBE813BFE3A5}"/>
              </a:ext>
            </a:extLst>
          </p:cNvPr>
          <p:cNvSpPr>
            <a:spLocks xmlns:a="http://schemas.openxmlformats.org/drawingml/2006/main" noGrp="1"/>
          </p:cNvSpPr>
          <p:nvPr/>
        </p:nvSpPr>
        <p:spPr>
          <a:xfrm xmlns:a="http://schemas.openxmlformats.org/drawingml/2006/main">
            <a:off x="8229600" y="3181350"/>
            <a:ext cx="266700" cy="209550"/>
          </a:xfrm>
          <a:prstGeom xmlns:a="http://schemas.openxmlformats.org/drawingml/2006/main" prst="rightArrow">
            <a:avLst/>
          </a:prstGeom>
          <a:solidFill xmlns:a="http://schemas.openxmlformats.org/drawingml/2006/main">
            <a:srgbClr val="27775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2F0C20-A6D5-400F-A03E-512BB16BC1EA}"/>
              </a:ext>
            </a:extLst>
          </p:cNvPr>
          <p:cNvSpPr>
            <a:spLocks xmlns:a="http://schemas.openxmlformats.org/drawingml/2006/main" noGrp="1"/>
          </p:cNvSpPr>
          <p:nvPr/>
        </p:nvSpPr>
        <p:spPr>
          <a:xfrm xmlns:a="http://schemas.openxmlformats.org/drawingml/2006/main">
            <a:off x="8610600" y="2762250"/>
            <a:ext cx="1524000" cy="1095375"/>
          </a:xfrm>
          <a:prstGeom xmlns:a="http://schemas.openxmlformats.org/drawingml/2006/main" prst="roundRect">
            <a:avLst>
              <a:gd name="adj" fmla="val 8696"/>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LSTM</a:t>
            </a:r>
          </a:p>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16 units</a:t>
            </a:r>
          </a:p>
        </p:txBody>
      </p:sp>
      <p:sp>
        <p:nvSpPr>
          <p:cNvPr id="16" name="">
            <a:extLst xmlns:a="http://schemas.openxmlformats.org/drawingml/2006/main">
              <a:ext uri="{FF2B5EF4-FFF2-40B4-BE49-F238E27FC236}">
                <a16:creationId xmlns:a16="http://schemas.microsoft.com/office/drawing/2014/main" id="{F201E459-9394-4981-839A-2110E944661D}"/>
              </a:ext>
            </a:extLst>
          </p:cNvPr>
          <p:cNvSpPr>
            <a:spLocks xmlns:a="http://schemas.openxmlformats.org/drawingml/2006/main" noGrp="1"/>
          </p:cNvSpPr>
          <p:nvPr/>
        </p:nvSpPr>
        <p:spPr>
          <a:xfrm xmlns:a="http://schemas.openxmlformats.org/drawingml/2006/main">
            <a:off x="10248900" y="3181350"/>
            <a:ext cx="266700" cy="209550"/>
          </a:xfrm>
          <a:prstGeom xmlns:a="http://schemas.openxmlformats.org/drawingml/2006/main" prst="rightArrow">
            <a:avLst/>
          </a:prstGeom>
          <a:solidFill xmlns:a="http://schemas.openxmlformats.org/drawingml/2006/main">
            <a:srgbClr val="27775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C6EC31D-AFB6-4A9A-9691-74AAE2BCCB56}"/>
              </a:ext>
            </a:extLst>
          </p:cNvPr>
          <p:cNvSpPr>
            <a:spLocks xmlns:a="http://schemas.openxmlformats.org/drawingml/2006/main" noGrp="1"/>
          </p:cNvSpPr>
          <p:nvPr/>
        </p:nvSpPr>
        <p:spPr>
          <a:xfrm xmlns:a="http://schemas.openxmlformats.org/drawingml/2006/main">
            <a:off x="10629900" y="2762250"/>
            <a:ext cx="952500" cy="1095375"/>
          </a:xfrm>
          <a:prstGeom xmlns:a="http://schemas.openxmlformats.org/drawingml/2006/main" prst="roundRect">
            <a:avLst>
              <a:gd name="adj" fmla="val 10000"/>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Next</a:t>
            </a:r>
          </a:p>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hour</a:t>
            </a:r>
          </a:p>
        </p:txBody>
      </p:sp>
      <p:sp>
        <p:nvSpPr>
          <p:cNvPr id="18" name="">
            <a:extLst xmlns:a="http://schemas.openxmlformats.org/drawingml/2006/main">
              <a:ext uri="{FF2B5EF4-FFF2-40B4-BE49-F238E27FC236}">
                <a16:creationId xmlns:a16="http://schemas.microsoft.com/office/drawing/2014/main" id="{0F143136-1E69-4933-9B8D-B446B0E0B482}"/>
              </a:ext>
            </a:extLst>
          </p:cNvPr>
          <p:cNvSpPr>
            <a:spLocks xmlns:a="http://schemas.openxmlformats.org/drawingml/2006/main" noGrp="1"/>
          </p:cNvSpPr>
          <p:nvPr/>
        </p:nvSpPr>
        <p:spPr>
          <a:xfrm xmlns:a="http://schemas.openxmlformats.org/drawingml/2006/main">
            <a:off x="6553200" y="4143375"/>
            <a:ext cx="5000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73C4B"/>
                </a:solidFill>
                <a:latin typeface="Aptos"/>
                <a:ea typeface="Aptos"/>
                <a:cs typeface="Aptos"/>
              </a:defRPr>
            </a:defPPr>
            <a:lvl1pPr algn="l">
              <a:defRPr sz="2025" b="0">
                <a:solidFill>
                  <a:srgbClr val="173C4B"/>
                </a:solidFill>
                <a:latin typeface="Aptos"/>
                <a:ea typeface="Aptos"/>
                <a:cs typeface="Aptos"/>
              </a:defRPr>
            </a:lvl1pPr>
            <a:lvl2pPr algn="l">
              <a:defRPr sz="2025" b="0">
                <a:solidFill>
                  <a:srgbClr val="173C4B"/>
                </a:solidFill>
                <a:latin typeface="Aptos"/>
                <a:ea typeface="Aptos"/>
                <a:cs typeface="Aptos"/>
              </a:defRPr>
            </a:lvl2pPr>
            <a:lvl3pPr algn="l">
              <a:defRPr sz="2025" b="0">
                <a:solidFill>
                  <a:srgbClr val="173C4B"/>
                </a:solidFill>
                <a:latin typeface="Aptos"/>
                <a:ea typeface="Aptos"/>
                <a:cs typeface="Aptos"/>
              </a:defRPr>
            </a:lvl3pPr>
            <a:lvl4pPr algn="l">
              <a:defRPr sz="2025" b="0">
                <a:solidFill>
                  <a:srgbClr val="173C4B"/>
                </a:solidFill>
                <a:latin typeface="Aptos"/>
                <a:ea typeface="Aptos"/>
                <a:cs typeface="Aptos"/>
              </a:defRPr>
            </a:lvl4pPr>
            <a:lvl5pPr algn="l">
              <a:defRPr sz="2025" b="0">
                <a:solidFill>
                  <a:srgbClr val="173C4B"/>
                </a:solidFill>
                <a:latin typeface="Aptos"/>
                <a:ea typeface="Aptos"/>
                <a:cs typeface="Aptos"/>
              </a:defRPr>
            </a:lvl5pPr>
            <a:lvl6pPr algn="l">
              <a:defRPr sz="2025" b="0">
                <a:solidFill>
                  <a:srgbClr val="173C4B"/>
                </a:solidFill>
                <a:latin typeface="Aptos"/>
                <a:ea typeface="Aptos"/>
                <a:cs typeface="Aptos"/>
              </a:defRPr>
            </a:lvl6pPr>
            <a:lvl7pPr algn="l">
              <a:defRPr sz="2025" b="0">
                <a:solidFill>
                  <a:srgbClr val="173C4B"/>
                </a:solidFill>
                <a:latin typeface="Aptos"/>
                <a:ea typeface="Aptos"/>
                <a:cs typeface="Aptos"/>
              </a:defRPr>
            </a:lvl7pPr>
            <a:lvl8pPr algn="l">
              <a:defRPr sz="2025" b="0">
                <a:solidFill>
                  <a:srgbClr val="173C4B"/>
                </a:solidFill>
                <a:latin typeface="Aptos"/>
                <a:ea typeface="Aptos"/>
                <a:cs typeface="Aptos"/>
              </a:defRPr>
            </a:lvl8pPr>
            <a:lvl9pPr algn="l">
              <a:defRPr sz="2025" b="0">
                <a:solidFill>
                  <a:srgbClr val="173C4B"/>
                </a:solidFill>
                <a:latin typeface="Aptos"/>
                <a:ea typeface="Aptos"/>
                <a:cs typeface="Aptos"/>
              </a:defRPr>
            </a:lvl9pPr>
          </a:lstStyle>
          <a:p xmlns:a="http://schemas.openxmlformats.org/drawingml/2006/main">
            <a:pPr algn="l">
              <a:defRPr sz="2025" b="0">
                <a:solidFill>
                  <a:srgbClr val="173C4B"/>
                </a:solidFill>
                <a:latin typeface="Aptos"/>
                <a:ea typeface="Aptos"/>
                <a:cs typeface="Aptos"/>
              </a:defRPr>
            </a:pPr>
            <a:r>
              <a:rPr sz="2025" b="0">
                <a:solidFill>
                  <a:srgbClr val="173C4B"/>
                </a:solidFill>
                <a:latin typeface="Aptos"/>
                <a:ea typeface="Aptos"/>
                <a:cs typeface="Aptos"/>
              </a:rPr>
              <a:t>Uses a known target’s history;</a:t>
            </a:r>
          </a:p>
          <a:p xmlns:a="http://schemas.openxmlformats.org/drawingml/2006/main">
            <a:pPr algn="l">
              <a:defRPr sz="2025" b="0">
                <a:solidFill>
                  <a:srgbClr val="173C4B"/>
                </a:solidFill>
                <a:latin typeface="Aptos"/>
                <a:ea typeface="Aptos"/>
                <a:cs typeface="Aptos"/>
              </a:defRPr>
            </a:pPr>
            <a:r>
              <a:rPr sz="2025" b="0">
                <a:solidFill>
                  <a:srgbClr val="173C4B"/>
                </a:solidFill>
                <a:latin typeface="Aptos"/>
                <a:ea typeface="Aptos"/>
                <a:cs typeface="Aptos"/>
              </a:rPr>
              <a:t>no unseen-station score is assigned.</a:t>
            </a:r>
          </a:p>
        </p:txBody>
      </p:sp>
      <p:sp>
        <p:nvSpPr>
          <p:cNvPr id="19" name="">
            <a:extLst xmlns:a="http://schemas.openxmlformats.org/drawingml/2006/main">
              <a:ext uri="{FF2B5EF4-FFF2-40B4-BE49-F238E27FC236}">
                <a16:creationId xmlns:a16="http://schemas.microsoft.com/office/drawing/2014/main" id="{658885B4-4971-4565-9F1E-E6D1DED63F7D}"/>
              </a:ext>
            </a:extLst>
          </p:cNvPr>
          <p:cNvSpPr>
            <a:spLocks xmlns:a="http://schemas.openxmlformats.org/drawingml/2006/main" noGrp="1"/>
          </p:cNvSpPr>
          <p:nvPr/>
        </p:nvSpPr>
        <p:spPr>
          <a:xfrm xmlns:a="http://schemas.openxmlformats.org/drawingml/2006/main">
            <a:off x="638175" y="53149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3C4B"/>
                </a:solidFill>
                <a:latin typeface="Aptos"/>
                <a:ea typeface="Aptos"/>
                <a:cs typeface="Aptos"/>
              </a:defRPr>
            </a:defPPr>
            <a:lvl1pPr algn="l">
              <a:defRPr sz="2175" b="1">
                <a:solidFill>
                  <a:srgbClr val="173C4B"/>
                </a:solidFill>
                <a:latin typeface="Aptos"/>
                <a:ea typeface="Aptos"/>
                <a:cs typeface="Aptos"/>
              </a:defRPr>
            </a:lvl1pPr>
            <a:lvl2pPr algn="l">
              <a:defRPr sz="2175" b="1">
                <a:solidFill>
                  <a:srgbClr val="173C4B"/>
                </a:solidFill>
                <a:latin typeface="Aptos"/>
                <a:ea typeface="Aptos"/>
                <a:cs typeface="Aptos"/>
              </a:defRPr>
            </a:lvl2pPr>
            <a:lvl3pPr algn="l">
              <a:defRPr sz="2175" b="1">
                <a:solidFill>
                  <a:srgbClr val="173C4B"/>
                </a:solidFill>
                <a:latin typeface="Aptos"/>
                <a:ea typeface="Aptos"/>
                <a:cs typeface="Aptos"/>
              </a:defRPr>
            </a:lvl3pPr>
            <a:lvl4pPr algn="l">
              <a:defRPr sz="2175" b="1">
                <a:solidFill>
                  <a:srgbClr val="173C4B"/>
                </a:solidFill>
                <a:latin typeface="Aptos"/>
                <a:ea typeface="Aptos"/>
                <a:cs typeface="Aptos"/>
              </a:defRPr>
            </a:lvl4pPr>
            <a:lvl5pPr algn="l">
              <a:defRPr sz="2175" b="1">
                <a:solidFill>
                  <a:srgbClr val="173C4B"/>
                </a:solidFill>
                <a:latin typeface="Aptos"/>
                <a:ea typeface="Aptos"/>
                <a:cs typeface="Aptos"/>
              </a:defRPr>
            </a:lvl5pPr>
            <a:lvl6pPr algn="l">
              <a:defRPr sz="2175" b="1">
                <a:solidFill>
                  <a:srgbClr val="173C4B"/>
                </a:solidFill>
                <a:latin typeface="Aptos"/>
                <a:ea typeface="Aptos"/>
                <a:cs typeface="Aptos"/>
              </a:defRPr>
            </a:lvl6pPr>
            <a:lvl7pPr algn="l">
              <a:defRPr sz="2175" b="1">
                <a:solidFill>
                  <a:srgbClr val="173C4B"/>
                </a:solidFill>
                <a:latin typeface="Aptos"/>
                <a:ea typeface="Aptos"/>
                <a:cs typeface="Aptos"/>
              </a:defRPr>
            </a:lvl7pPr>
            <a:lvl8pPr algn="l">
              <a:defRPr sz="2175" b="1">
                <a:solidFill>
                  <a:srgbClr val="173C4B"/>
                </a:solidFill>
                <a:latin typeface="Aptos"/>
                <a:ea typeface="Aptos"/>
                <a:cs typeface="Aptos"/>
              </a:defRPr>
            </a:lvl8pPr>
            <a:lvl9pPr algn="l">
              <a:defRPr sz="2175" b="1">
                <a:solidFill>
                  <a:srgbClr val="173C4B"/>
                </a:solidFill>
                <a:latin typeface="Aptos"/>
                <a:ea typeface="Aptos"/>
                <a:cs typeface="Aptos"/>
              </a:defRPr>
            </a:lvl9pPr>
          </a:lstStyle>
          <a:p xmlns:a="http://schemas.openxmlformats.org/drawingml/2006/main">
            <a:pPr algn="l">
              <a:defRPr sz="2175" b="1">
                <a:solidFill>
                  <a:srgbClr val="173C4B"/>
                </a:solidFill>
                <a:latin typeface="Aptos"/>
                <a:ea typeface="Aptos"/>
                <a:cs typeface="Aptos"/>
              </a:defRPr>
            </a:pPr>
            <a:r>
              <a:rPr sz="2175" b="1">
                <a:solidFill>
                  <a:srgbClr val="173C4B"/>
                </a:solidFill>
                <a:latin typeface="Aptos"/>
                <a:ea typeface="Aptos"/>
                <a:cs typeface="Aptos"/>
              </a:rPr>
              <a:t>Confidence = max(exp(−calibration RMSE / 35), 0.05)</a:t>
            </a:r>
          </a:p>
        </p:txBody>
      </p:sp>
      <p:sp>
        <p:nvSpPr>
          <p:cNvPr id="20" name="">
            <a:extLst xmlns:a="http://schemas.openxmlformats.org/drawingml/2006/main">
              <a:ext uri="{FF2B5EF4-FFF2-40B4-BE49-F238E27FC236}">
                <a16:creationId xmlns:a16="http://schemas.microsoft.com/office/drawing/2014/main" id="{4935E401-C05A-450D-94CC-394B34B2C921}"/>
              </a:ext>
            </a:extLst>
          </p:cNvPr>
          <p:cNvSpPr>
            <a:spLocks xmlns:a="http://schemas.openxmlformats.org/drawingml/2006/main" noGrp="1"/>
          </p:cNvSpPr>
          <p:nvPr/>
        </p:nvSpPr>
        <p:spPr>
          <a:xfrm xmlns:a="http://schemas.openxmlformats.org/drawingml/2006/main">
            <a:off x="657225" y="58197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A6F76"/>
                </a:solidFill>
                <a:latin typeface="Aptos"/>
                <a:ea typeface="Aptos"/>
                <a:cs typeface="Aptos"/>
              </a:defRPr>
            </a:defPPr>
            <a:lvl1pPr algn="l">
              <a:defRPr sz="1875" b="0">
                <a:solidFill>
                  <a:srgbClr val="5A6F76"/>
                </a:solidFill>
                <a:latin typeface="Aptos"/>
                <a:ea typeface="Aptos"/>
                <a:cs typeface="Aptos"/>
              </a:defRPr>
            </a:lvl1pPr>
            <a:lvl2pPr algn="l">
              <a:defRPr sz="1875" b="0">
                <a:solidFill>
                  <a:srgbClr val="5A6F76"/>
                </a:solidFill>
                <a:latin typeface="Aptos"/>
                <a:ea typeface="Aptos"/>
                <a:cs typeface="Aptos"/>
              </a:defRPr>
            </a:lvl2pPr>
            <a:lvl3pPr algn="l">
              <a:defRPr sz="1875" b="0">
                <a:solidFill>
                  <a:srgbClr val="5A6F76"/>
                </a:solidFill>
                <a:latin typeface="Aptos"/>
                <a:ea typeface="Aptos"/>
                <a:cs typeface="Aptos"/>
              </a:defRPr>
            </a:lvl3pPr>
            <a:lvl4pPr algn="l">
              <a:defRPr sz="1875" b="0">
                <a:solidFill>
                  <a:srgbClr val="5A6F76"/>
                </a:solidFill>
                <a:latin typeface="Aptos"/>
                <a:ea typeface="Aptos"/>
                <a:cs typeface="Aptos"/>
              </a:defRPr>
            </a:lvl4pPr>
            <a:lvl5pPr algn="l">
              <a:defRPr sz="1875" b="0">
                <a:solidFill>
                  <a:srgbClr val="5A6F76"/>
                </a:solidFill>
                <a:latin typeface="Aptos"/>
                <a:ea typeface="Aptos"/>
                <a:cs typeface="Aptos"/>
              </a:defRPr>
            </a:lvl5pPr>
            <a:lvl6pPr algn="l">
              <a:defRPr sz="1875" b="0">
                <a:solidFill>
                  <a:srgbClr val="5A6F76"/>
                </a:solidFill>
                <a:latin typeface="Aptos"/>
                <a:ea typeface="Aptos"/>
                <a:cs typeface="Aptos"/>
              </a:defRPr>
            </a:lvl6pPr>
            <a:lvl7pPr algn="l">
              <a:defRPr sz="1875" b="0">
                <a:solidFill>
                  <a:srgbClr val="5A6F76"/>
                </a:solidFill>
                <a:latin typeface="Aptos"/>
                <a:ea typeface="Aptos"/>
                <a:cs typeface="Aptos"/>
              </a:defRPr>
            </a:lvl7pPr>
            <a:lvl8pPr algn="l">
              <a:defRPr sz="1875" b="0">
                <a:solidFill>
                  <a:srgbClr val="5A6F76"/>
                </a:solidFill>
                <a:latin typeface="Aptos"/>
                <a:ea typeface="Aptos"/>
                <a:cs typeface="Aptos"/>
              </a:defRPr>
            </a:lvl8pPr>
            <a:lvl9pPr algn="l">
              <a:defRPr sz="1875" b="0">
                <a:solidFill>
                  <a:srgbClr val="5A6F76"/>
                </a:solidFill>
                <a:latin typeface="Aptos"/>
                <a:ea typeface="Aptos"/>
                <a:cs typeface="Aptos"/>
              </a:defRPr>
            </a:lvl9pPr>
          </a:lstStyle>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Aggregation weight ∝ training sample count × confidence</a:t>
            </a:r>
          </a:p>
        </p:txBody>
      </p:sp>
    </p:spTree>
    <p:extLst>
      <p:ext uri="{BB962C8B-B14F-4D97-AF65-F5344CB8AC3E}">
        <p14:creationId xmlns:p14="http://schemas.microsoft.com/office/powerpoint/2010/main" val="100023693"/>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3F12D9C-FBDB-4C78-84A7-49DB9CB77828}"/>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Evaluation protects time and location boundaries</a:t>
            </a:r>
          </a:p>
        </p:txBody>
      </p:sp>
      <p:sp>
        <p:nvSpPr>
          <p:cNvPr id="2" name="">
            <a:extLst xmlns:a="http://schemas.openxmlformats.org/drawingml/2006/main">
              <a:ext uri="{FF2B5EF4-FFF2-40B4-BE49-F238E27FC236}">
                <a16:creationId xmlns:a16="http://schemas.microsoft.com/office/drawing/2014/main" id="{875AA061-738E-4E9A-A2BF-17B931413CEA}"/>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Three seeds: 17, 29 and 43 · 20 rounds · 12 local steps · Adam 0.002</a:t>
            </a:r>
          </a:p>
        </p:txBody>
      </p:sp>
      <p:sp>
        <p:nvSpPr>
          <p:cNvPr id="3" name="">
            <a:extLst xmlns:a="http://schemas.openxmlformats.org/drawingml/2006/main">
              <a:ext uri="{FF2B5EF4-FFF2-40B4-BE49-F238E27FC236}">
                <a16:creationId xmlns:a16="http://schemas.microsoft.com/office/drawing/2014/main" id="{AEE969F6-C1AF-461B-B9D9-150C1DDE21EF}"/>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F7491264-79C9-447E-8E36-874E579C8372}"/>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15490B38-5D7D-4600-87CC-642D0D47785B}"/>
              </a:ext>
            </a:extLst>
          </p:cNvPr>
          <p:cNvSpPr>
            <a:spLocks xmlns:a="http://schemas.openxmlformats.org/drawingml/2006/main" noGrp="1"/>
          </p:cNvSpPr>
          <p:nvPr/>
        </p:nvSpPr>
        <p:spPr>
          <a:xfrm xmlns:a="http://schemas.openxmlformats.org/drawingml/2006/main">
            <a:off x="609600" y="2085975"/>
            <a:ext cx="1047750" cy="819150"/>
          </a:xfrm>
          <a:prstGeom xmlns:a="http://schemas.openxmlformats.org/drawingml/2006/main" prst="roundRect">
            <a:avLst>
              <a:gd name="adj" fmla="val 11628"/>
            </a:avLst>
          </a:prstGeom>
          <a:solidFill xmlns:a="http://schemas.openxmlformats.org/drawingml/2006/main">
            <a:srgbClr val="27775D"/>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475" b="1">
                <a:solidFill>
                  <a:srgbClr val="FFFFFF"/>
                </a:solidFill>
                <a:latin typeface="Aptos"/>
                <a:ea typeface="Aptos"/>
                <a:cs typeface="Aptos"/>
              </a:defRPr>
            </a:defPPr>
            <a:lvl1pPr algn="ctr">
              <a:defRPr sz="2475" b="1">
                <a:solidFill>
                  <a:srgbClr val="FFFFFF"/>
                </a:solidFill>
                <a:latin typeface="Aptos"/>
                <a:ea typeface="Aptos"/>
                <a:cs typeface="Aptos"/>
              </a:defRPr>
            </a:lvl1pPr>
            <a:lvl2pPr algn="ctr">
              <a:defRPr sz="2475" b="1">
                <a:solidFill>
                  <a:srgbClr val="FFFFFF"/>
                </a:solidFill>
                <a:latin typeface="Aptos"/>
                <a:ea typeface="Aptos"/>
                <a:cs typeface="Aptos"/>
              </a:defRPr>
            </a:lvl2pPr>
            <a:lvl3pPr algn="ctr">
              <a:defRPr sz="2475" b="1">
                <a:solidFill>
                  <a:srgbClr val="FFFFFF"/>
                </a:solidFill>
                <a:latin typeface="Aptos"/>
                <a:ea typeface="Aptos"/>
                <a:cs typeface="Aptos"/>
              </a:defRPr>
            </a:lvl3pPr>
            <a:lvl4pPr algn="ctr">
              <a:defRPr sz="2475" b="1">
                <a:solidFill>
                  <a:srgbClr val="FFFFFF"/>
                </a:solidFill>
                <a:latin typeface="Aptos"/>
                <a:ea typeface="Aptos"/>
                <a:cs typeface="Aptos"/>
              </a:defRPr>
            </a:lvl4pPr>
            <a:lvl5pPr algn="ctr">
              <a:defRPr sz="2475" b="1">
                <a:solidFill>
                  <a:srgbClr val="FFFFFF"/>
                </a:solidFill>
                <a:latin typeface="Aptos"/>
                <a:ea typeface="Aptos"/>
                <a:cs typeface="Aptos"/>
              </a:defRPr>
            </a:lvl5pPr>
            <a:lvl6pPr algn="ctr">
              <a:defRPr sz="2475" b="1">
                <a:solidFill>
                  <a:srgbClr val="FFFFFF"/>
                </a:solidFill>
                <a:latin typeface="Aptos"/>
                <a:ea typeface="Aptos"/>
                <a:cs typeface="Aptos"/>
              </a:defRPr>
            </a:lvl6pPr>
            <a:lvl7pPr algn="ctr">
              <a:defRPr sz="2475" b="1">
                <a:solidFill>
                  <a:srgbClr val="FFFFFF"/>
                </a:solidFill>
                <a:latin typeface="Aptos"/>
                <a:ea typeface="Aptos"/>
                <a:cs typeface="Aptos"/>
              </a:defRPr>
            </a:lvl7pPr>
            <a:lvl8pPr algn="ctr">
              <a:defRPr sz="2475" b="1">
                <a:solidFill>
                  <a:srgbClr val="FFFFFF"/>
                </a:solidFill>
                <a:latin typeface="Aptos"/>
                <a:ea typeface="Aptos"/>
                <a:cs typeface="Aptos"/>
              </a:defRPr>
            </a:lvl8pPr>
            <a:lvl9pPr algn="ctr">
              <a:defRPr sz="2475" b="1">
                <a:solidFill>
                  <a:srgbClr val="FFFFFF"/>
                </a:solidFill>
                <a:latin typeface="Aptos"/>
                <a:ea typeface="Aptos"/>
                <a:cs typeface="Aptos"/>
              </a:defRPr>
            </a:lvl9pPr>
          </a:lstStyle>
          <a:p xmlns:a="http://schemas.openxmlformats.org/drawingml/2006/main">
            <a:pPr algn="ctr">
              <a:defRPr sz="2475" b="1">
                <a:solidFill>
                  <a:srgbClr val="FFFFFF"/>
                </a:solidFill>
                <a:latin typeface="Aptos"/>
                <a:ea typeface="Aptos"/>
                <a:cs typeface="Aptos"/>
              </a:defRPr>
            </a:pPr>
            <a:r>
              <a:rPr sz="2475" b="1">
                <a:solidFill>
                  <a:srgbClr val="FFFFFF"/>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54B903AE-6C9F-4C6E-8F63-7CE55944D9F7}"/>
              </a:ext>
            </a:extLst>
          </p:cNvPr>
          <p:cNvSpPr>
            <a:spLocks xmlns:a="http://schemas.openxmlformats.org/drawingml/2006/main" noGrp="1"/>
          </p:cNvSpPr>
          <p:nvPr/>
        </p:nvSpPr>
        <p:spPr>
          <a:xfrm xmlns:a="http://schemas.openxmlformats.org/drawingml/2006/main">
            <a:off x="609600" y="30384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Calibrate</a:t>
            </a:r>
          </a:p>
        </p:txBody>
      </p:sp>
      <p:sp>
        <p:nvSpPr>
          <p:cNvPr id="7" name="">
            <a:extLst xmlns:a="http://schemas.openxmlformats.org/drawingml/2006/main">
              <a:ext uri="{FF2B5EF4-FFF2-40B4-BE49-F238E27FC236}">
                <a16:creationId xmlns:a16="http://schemas.microsoft.com/office/drawing/2014/main" id="{CD17712A-07AA-4124-9CB8-BD203F618288}"/>
              </a:ext>
            </a:extLst>
          </p:cNvPr>
          <p:cNvSpPr>
            <a:spLocks xmlns:a="http://schemas.openxmlformats.org/drawingml/2006/main" noGrp="1"/>
          </p:cNvSpPr>
          <p:nvPr/>
        </p:nvSpPr>
        <p:spPr>
          <a:xfrm xmlns:a="http://schemas.openxmlformats.org/drawingml/2006/main">
            <a:off x="1695450" y="2085975"/>
            <a:ext cx="6477000" cy="819150"/>
          </a:xfrm>
          <a:prstGeom xmlns:a="http://schemas.openxmlformats.org/drawingml/2006/main" prst="roundRect">
            <a:avLst>
              <a:gd name="adj" fmla="val 11628"/>
            </a:avLst>
          </a:prstGeom>
          <a:solidFill xmlns:a="http://schemas.openxmlformats.org/drawingml/2006/main">
            <a:srgbClr val="102D3D"/>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475" b="1">
                <a:solidFill>
                  <a:srgbClr val="FFFFFF"/>
                </a:solidFill>
                <a:latin typeface="Aptos"/>
                <a:ea typeface="Aptos"/>
                <a:cs typeface="Aptos"/>
              </a:defRPr>
            </a:defPPr>
            <a:lvl1pPr algn="ctr">
              <a:defRPr sz="2475" b="1">
                <a:solidFill>
                  <a:srgbClr val="FFFFFF"/>
                </a:solidFill>
                <a:latin typeface="Aptos"/>
                <a:ea typeface="Aptos"/>
                <a:cs typeface="Aptos"/>
              </a:defRPr>
            </a:lvl1pPr>
            <a:lvl2pPr algn="ctr">
              <a:defRPr sz="2475" b="1">
                <a:solidFill>
                  <a:srgbClr val="FFFFFF"/>
                </a:solidFill>
                <a:latin typeface="Aptos"/>
                <a:ea typeface="Aptos"/>
                <a:cs typeface="Aptos"/>
              </a:defRPr>
            </a:lvl2pPr>
            <a:lvl3pPr algn="ctr">
              <a:defRPr sz="2475" b="1">
                <a:solidFill>
                  <a:srgbClr val="FFFFFF"/>
                </a:solidFill>
                <a:latin typeface="Aptos"/>
                <a:ea typeface="Aptos"/>
                <a:cs typeface="Aptos"/>
              </a:defRPr>
            </a:lvl3pPr>
            <a:lvl4pPr algn="ctr">
              <a:defRPr sz="2475" b="1">
                <a:solidFill>
                  <a:srgbClr val="FFFFFF"/>
                </a:solidFill>
                <a:latin typeface="Aptos"/>
                <a:ea typeface="Aptos"/>
                <a:cs typeface="Aptos"/>
              </a:defRPr>
            </a:lvl4pPr>
            <a:lvl5pPr algn="ctr">
              <a:defRPr sz="2475" b="1">
                <a:solidFill>
                  <a:srgbClr val="FFFFFF"/>
                </a:solidFill>
                <a:latin typeface="Aptos"/>
                <a:ea typeface="Aptos"/>
                <a:cs typeface="Aptos"/>
              </a:defRPr>
            </a:lvl5pPr>
            <a:lvl6pPr algn="ctr">
              <a:defRPr sz="2475" b="1">
                <a:solidFill>
                  <a:srgbClr val="FFFFFF"/>
                </a:solidFill>
                <a:latin typeface="Aptos"/>
                <a:ea typeface="Aptos"/>
                <a:cs typeface="Aptos"/>
              </a:defRPr>
            </a:lvl6pPr>
            <a:lvl7pPr algn="ctr">
              <a:defRPr sz="2475" b="1">
                <a:solidFill>
                  <a:srgbClr val="FFFFFF"/>
                </a:solidFill>
                <a:latin typeface="Aptos"/>
                <a:ea typeface="Aptos"/>
                <a:cs typeface="Aptos"/>
              </a:defRPr>
            </a:lvl7pPr>
            <a:lvl8pPr algn="ctr">
              <a:defRPr sz="2475" b="1">
                <a:solidFill>
                  <a:srgbClr val="FFFFFF"/>
                </a:solidFill>
                <a:latin typeface="Aptos"/>
                <a:ea typeface="Aptos"/>
                <a:cs typeface="Aptos"/>
              </a:defRPr>
            </a:lvl8pPr>
            <a:lvl9pPr algn="ctr">
              <a:defRPr sz="2475" b="1">
                <a:solidFill>
                  <a:srgbClr val="FFFFFF"/>
                </a:solidFill>
                <a:latin typeface="Aptos"/>
                <a:ea typeface="Aptos"/>
                <a:cs typeface="Aptos"/>
              </a:defRPr>
            </a:lvl9pPr>
          </a:lstStyle>
          <a:p xmlns:a="http://schemas.openxmlformats.org/drawingml/2006/main">
            <a:pPr algn="ctr">
              <a:defRPr sz="2475" b="1">
                <a:solidFill>
                  <a:srgbClr val="FFFFFF"/>
                </a:solidFill>
                <a:latin typeface="Aptos"/>
                <a:ea typeface="Aptos"/>
                <a:cs typeface="Aptos"/>
              </a:defRPr>
            </a:pPr>
            <a:r>
              <a:rPr sz="2475" b="1">
                <a:solidFill>
                  <a:srgbClr val="FFFFFF"/>
                </a:solidFill>
                <a:latin typeface="Aptos"/>
                <a:ea typeface="Aptos"/>
                <a:cs typeface="Aptos"/>
              </a:rPr>
              <a:t>60%</a:t>
            </a:r>
          </a:p>
        </p:txBody>
      </p:sp>
      <p:sp>
        <p:nvSpPr>
          <p:cNvPr id="8" name="">
            <a:extLst xmlns:a="http://schemas.openxmlformats.org/drawingml/2006/main">
              <a:ext uri="{FF2B5EF4-FFF2-40B4-BE49-F238E27FC236}">
                <a16:creationId xmlns:a16="http://schemas.microsoft.com/office/drawing/2014/main" id="{7BFFC33A-D9B2-4532-B4BE-D3A60C1E1D49}"/>
              </a:ext>
            </a:extLst>
          </p:cNvPr>
          <p:cNvSpPr>
            <a:spLocks xmlns:a="http://schemas.openxmlformats.org/drawingml/2006/main" noGrp="1"/>
          </p:cNvSpPr>
          <p:nvPr/>
        </p:nvSpPr>
        <p:spPr>
          <a:xfrm xmlns:a="http://schemas.openxmlformats.org/drawingml/2006/main">
            <a:off x="1695450" y="30384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Train</a:t>
            </a:r>
          </a:p>
        </p:txBody>
      </p:sp>
      <p:sp>
        <p:nvSpPr>
          <p:cNvPr id="9" name="">
            <a:extLst xmlns:a="http://schemas.openxmlformats.org/drawingml/2006/main">
              <a:ext uri="{FF2B5EF4-FFF2-40B4-BE49-F238E27FC236}">
                <a16:creationId xmlns:a16="http://schemas.microsoft.com/office/drawing/2014/main" id="{E5F6E699-A476-4F26-891E-F4A25F8F6E81}"/>
              </a:ext>
            </a:extLst>
          </p:cNvPr>
          <p:cNvSpPr>
            <a:spLocks xmlns:a="http://schemas.openxmlformats.org/drawingml/2006/main" noGrp="1"/>
          </p:cNvSpPr>
          <p:nvPr/>
        </p:nvSpPr>
        <p:spPr>
          <a:xfrm xmlns:a="http://schemas.openxmlformats.org/drawingml/2006/main">
            <a:off x="8210550" y="2085975"/>
            <a:ext cx="1590675" cy="819150"/>
          </a:xfrm>
          <a:prstGeom xmlns:a="http://schemas.openxmlformats.org/drawingml/2006/main" prst="roundRect">
            <a:avLst>
              <a:gd name="adj" fmla="val 11628"/>
            </a:avLst>
          </a:prstGeom>
          <a:solidFill xmlns:a="http://schemas.openxmlformats.org/drawingml/2006/main">
            <a:srgbClr val="91BAA7"/>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475" b="1">
                <a:solidFill>
                  <a:srgbClr val="102D3D"/>
                </a:solidFill>
                <a:latin typeface="Aptos"/>
                <a:ea typeface="Aptos"/>
                <a:cs typeface="Aptos"/>
              </a:defRPr>
            </a:defPPr>
            <a:lvl1pPr algn="ctr">
              <a:defRPr sz="2475" b="1">
                <a:solidFill>
                  <a:srgbClr val="102D3D"/>
                </a:solidFill>
                <a:latin typeface="Aptos"/>
                <a:ea typeface="Aptos"/>
                <a:cs typeface="Aptos"/>
              </a:defRPr>
            </a:lvl1pPr>
            <a:lvl2pPr algn="ctr">
              <a:defRPr sz="2475" b="1">
                <a:solidFill>
                  <a:srgbClr val="102D3D"/>
                </a:solidFill>
                <a:latin typeface="Aptos"/>
                <a:ea typeface="Aptos"/>
                <a:cs typeface="Aptos"/>
              </a:defRPr>
            </a:lvl2pPr>
            <a:lvl3pPr algn="ctr">
              <a:defRPr sz="2475" b="1">
                <a:solidFill>
                  <a:srgbClr val="102D3D"/>
                </a:solidFill>
                <a:latin typeface="Aptos"/>
                <a:ea typeface="Aptos"/>
                <a:cs typeface="Aptos"/>
              </a:defRPr>
            </a:lvl3pPr>
            <a:lvl4pPr algn="ctr">
              <a:defRPr sz="2475" b="1">
                <a:solidFill>
                  <a:srgbClr val="102D3D"/>
                </a:solidFill>
                <a:latin typeface="Aptos"/>
                <a:ea typeface="Aptos"/>
                <a:cs typeface="Aptos"/>
              </a:defRPr>
            </a:lvl4pPr>
            <a:lvl5pPr algn="ctr">
              <a:defRPr sz="2475" b="1">
                <a:solidFill>
                  <a:srgbClr val="102D3D"/>
                </a:solidFill>
                <a:latin typeface="Aptos"/>
                <a:ea typeface="Aptos"/>
                <a:cs typeface="Aptos"/>
              </a:defRPr>
            </a:lvl5pPr>
            <a:lvl6pPr algn="ctr">
              <a:defRPr sz="2475" b="1">
                <a:solidFill>
                  <a:srgbClr val="102D3D"/>
                </a:solidFill>
                <a:latin typeface="Aptos"/>
                <a:ea typeface="Aptos"/>
                <a:cs typeface="Aptos"/>
              </a:defRPr>
            </a:lvl6pPr>
            <a:lvl7pPr algn="ctr">
              <a:defRPr sz="2475" b="1">
                <a:solidFill>
                  <a:srgbClr val="102D3D"/>
                </a:solidFill>
                <a:latin typeface="Aptos"/>
                <a:ea typeface="Aptos"/>
                <a:cs typeface="Aptos"/>
              </a:defRPr>
            </a:lvl7pPr>
            <a:lvl8pPr algn="ctr">
              <a:defRPr sz="2475" b="1">
                <a:solidFill>
                  <a:srgbClr val="102D3D"/>
                </a:solidFill>
                <a:latin typeface="Aptos"/>
                <a:ea typeface="Aptos"/>
                <a:cs typeface="Aptos"/>
              </a:defRPr>
            </a:lvl8pPr>
            <a:lvl9pPr algn="ctr">
              <a:defRPr sz="2475" b="1">
                <a:solidFill>
                  <a:srgbClr val="102D3D"/>
                </a:solidFill>
                <a:latin typeface="Aptos"/>
                <a:ea typeface="Aptos"/>
                <a:cs typeface="Aptos"/>
              </a:defRPr>
            </a:lvl9pPr>
          </a:lstStyle>
          <a:p xmlns:a="http://schemas.openxmlformats.org/drawingml/2006/main">
            <a:pPr algn="ctr">
              <a:defRPr sz="2475" b="1">
                <a:solidFill>
                  <a:srgbClr val="102D3D"/>
                </a:solidFill>
                <a:latin typeface="Aptos"/>
                <a:ea typeface="Aptos"/>
                <a:cs typeface="Aptos"/>
              </a:defRPr>
            </a:pPr>
            <a:r>
              <a:rPr sz="2475" b="1">
                <a:solidFill>
                  <a:srgbClr val="102D3D"/>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45DA5FC6-2666-436B-AF40-F8F4EBBE1F6D}"/>
              </a:ext>
            </a:extLst>
          </p:cNvPr>
          <p:cNvSpPr>
            <a:spLocks xmlns:a="http://schemas.openxmlformats.org/drawingml/2006/main" noGrp="1"/>
          </p:cNvSpPr>
          <p:nvPr/>
        </p:nvSpPr>
        <p:spPr>
          <a:xfrm xmlns:a="http://schemas.openxmlformats.org/drawingml/2006/main">
            <a:off x="8210550" y="3038475"/>
            <a:ext cx="1590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Validate</a:t>
            </a:r>
          </a:p>
        </p:txBody>
      </p:sp>
      <p:sp>
        <p:nvSpPr>
          <p:cNvPr id="11" name="">
            <a:extLst xmlns:a="http://schemas.openxmlformats.org/drawingml/2006/main">
              <a:ext uri="{FF2B5EF4-FFF2-40B4-BE49-F238E27FC236}">
                <a16:creationId xmlns:a16="http://schemas.microsoft.com/office/drawing/2014/main" id="{E9074920-8177-4ADE-9963-F99589B98B5F}"/>
              </a:ext>
            </a:extLst>
          </p:cNvPr>
          <p:cNvSpPr>
            <a:spLocks xmlns:a="http://schemas.openxmlformats.org/drawingml/2006/main" noGrp="1"/>
          </p:cNvSpPr>
          <p:nvPr/>
        </p:nvSpPr>
        <p:spPr>
          <a:xfrm xmlns:a="http://schemas.openxmlformats.org/drawingml/2006/main">
            <a:off x="9839325" y="2085975"/>
            <a:ext cx="1590675" cy="819150"/>
          </a:xfrm>
          <a:prstGeom xmlns:a="http://schemas.openxmlformats.org/drawingml/2006/main" prst="roundRect">
            <a:avLst>
              <a:gd name="adj" fmla="val 11628"/>
            </a:avLst>
          </a:prstGeom>
          <a:solidFill xmlns:a="http://schemas.openxmlformats.org/drawingml/2006/main">
            <a:srgbClr val="C7845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475" b="1">
                <a:solidFill>
                  <a:srgbClr val="FFFFFF"/>
                </a:solidFill>
                <a:latin typeface="Aptos"/>
                <a:ea typeface="Aptos"/>
                <a:cs typeface="Aptos"/>
              </a:defRPr>
            </a:defPPr>
            <a:lvl1pPr algn="ctr">
              <a:defRPr sz="2475" b="1">
                <a:solidFill>
                  <a:srgbClr val="FFFFFF"/>
                </a:solidFill>
                <a:latin typeface="Aptos"/>
                <a:ea typeface="Aptos"/>
                <a:cs typeface="Aptos"/>
              </a:defRPr>
            </a:lvl1pPr>
            <a:lvl2pPr algn="ctr">
              <a:defRPr sz="2475" b="1">
                <a:solidFill>
                  <a:srgbClr val="FFFFFF"/>
                </a:solidFill>
                <a:latin typeface="Aptos"/>
                <a:ea typeface="Aptos"/>
                <a:cs typeface="Aptos"/>
              </a:defRPr>
            </a:lvl2pPr>
            <a:lvl3pPr algn="ctr">
              <a:defRPr sz="2475" b="1">
                <a:solidFill>
                  <a:srgbClr val="FFFFFF"/>
                </a:solidFill>
                <a:latin typeface="Aptos"/>
                <a:ea typeface="Aptos"/>
                <a:cs typeface="Aptos"/>
              </a:defRPr>
            </a:lvl3pPr>
            <a:lvl4pPr algn="ctr">
              <a:defRPr sz="2475" b="1">
                <a:solidFill>
                  <a:srgbClr val="FFFFFF"/>
                </a:solidFill>
                <a:latin typeface="Aptos"/>
                <a:ea typeface="Aptos"/>
                <a:cs typeface="Aptos"/>
              </a:defRPr>
            </a:lvl4pPr>
            <a:lvl5pPr algn="ctr">
              <a:defRPr sz="2475" b="1">
                <a:solidFill>
                  <a:srgbClr val="FFFFFF"/>
                </a:solidFill>
                <a:latin typeface="Aptos"/>
                <a:ea typeface="Aptos"/>
                <a:cs typeface="Aptos"/>
              </a:defRPr>
            </a:lvl5pPr>
            <a:lvl6pPr algn="ctr">
              <a:defRPr sz="2475" b="1">
                <a:solidFill>
                  <a:srgbClr val="FFFFFF"/>
                </a:solidFill>
                <a:latin typeface="Aptos"/>
                <a:ea typeface="Aptos"/>
                <a:cs typeface="Aptos"/>
              </a:defRPr>
            </a:lvl6pPr>
            <a:lvl7pPr algn="ctr">
              <a:defRPr sz="2475" b="1">
                <a:solidFill>
                  <a:srgbClr val="FFFFFF"/>
                </a:solidFill>
                <a:latin typeface="Aptos"/>
                <a:ea typeface="Aptos"/>
                <a:cs typeface="Aptos"/>
              </a:defRPr>
            </a:lvl7pPr>
            <a:lvl8pPr algn="ctr">
              <a:defRPr sz="2475" b="1">
                <a:solidFill>
                  <a:srgbClr val="FFFFFF"/>
                </a:solidFill>
                <a:latin typeface="Aptos"/>
                <a:ea typeface="Aptos"/>
                <a:cs typeface="Aptos"/>
              </a:defRPr>
            </a:lvl8pPr>
            <a:lvl9pPr algn="ctr">
              <a:defRPr sz="2475" b="1">
                <a:solidFill>
                  <a:srgbClr val="FFFFFF"/>
                </a:solidFill>
                <a:latin typeface="Aptos"/>
                <a:ea typeface="Aptos"/>
                <a:cs typeface="Aptos"/>
              </a:defRPr>
            </a:lvl9pPr>
          </a:lstStyle>
          <a:p xmlns:a="http://schemas.openxmlformats.org/drawingml/2006/main">
            <a:pPr algn="ctr">
              <a:defRPr sz="2475" b="1">
                <a:solidFill>
                  <a:srgbClr val="FFFFFF"/>
                </a:solidFill>
                <a:latin typeface="Aptos"/>
                <a:ea typeface="Aptos"/>
                <a:cs typeface="Aptos"/>
              </a:defRPr>
            </a:pPr>
            <a:r>
              <a:rPr sz="2475" b="1">
                <a:solidFill>
                  <a:srgbClr val="FFFFFF"/>
                </a:solidFill>
                <a:latin typeface="Aptos"/>
                <a:ea typeface="Aptos"/>
                <a:cs typeface="Aptos"/>
              </a:rPr>
              <a:t>15%</a:t>
            </a:r>
          </a:p>
        </p:txBody>
      </p:sp>
      <p:sp>
        <p:nvSpPr>
          <p:cNvPr id="12" name="">
            <a:extLst xmlns:a="http://schemas.openxmlformats.org/drawingml/2006/main">
              <a:ext uri="{FF2B5EF4-FFF2-40B4-BE49-F238E27FC236}">
                <a16:creationId xmlns:a16="http://schemas.microsoft.com/office/drawing/2014/main" id="{C4F96AE7-73EA-4589-B04B-24D0874970C5}"/>
              </a:ext>
            </a:extLst>
          </p:cNvPr>
          <p:cNvSpPr>
            <a:spLocks xmlns:a="http://schemas.openxmlformats.org/drawingml/2006/main" noGrp="1"/>
          </p:cNvSpPr>
          <p:nvPr/>
        </p:nvSpPr>
        <p:spPr>
          <a:xfrm xmlns:a="http://schemas.openxmlformats.org/drawingml/2006/main">
            <a:off x="9839325" y="3038475"/>
            <a:ext cx="1590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725" b="1">
                <a:solidFill>
                  <a:srgbClr val="173C4B"/>
                </a:solidFill>
                <a:latin typeface="Aptos"/>
                <a:ea typeface="Aptos"/>
                <a:cs typeface="Aptos"/>
              </a:defRPr>
            </a:defPPr>
            <a:lvl1pPr algn="ctr">
              <a:defRPr sz="1725" b="1">
                <a:solidFill>
                  <a:srgbClr val="173C4B"/>
                </a:solidFill>
                <a:latin typeface="Aptos"/>
                <a:ea typeface="Aptos"/>
                <a:cs typeface="Aptos"/>
              </a:defRPr>
            </a:lvl1pPr>
            <a:lvl2pPr algn="ctr">
              <a:defRPr sz="1725" b="1">
                <a:solidFill>
                  <a:srgbClr val="173C4B"/>
                </a:solidFill>
                <a:latin typeface="Aptos"/>
                <a:ea typeface="Aptos"/>
                <a:cs typeface="Aptos"/>
              </a:defRPr>
            </a:lvl2pPr>
            <a:lvl3pPr algn="ctr">
              <a:defRPr sz="1725" b="1">
                <a:solidFill>
                  <a:srgbClr val="173C4B"/>
                </a:solidFill>
                <a:latin typeface="Aptos"/>
                <a:ea typeface="Aptos"/>
                <a:cs typeface="Aptos"/>
              </a:defRPr>
            </a:lvl3pPr>
            <a:lvl4pPr algn="ctr">
              <a:defRPr sz="1725" b="1">
                <a:solidFill>
                  <a:srgbClr val="173C4B"/>
                </a:solidFill>
                <a:latin typeface="Aptos"/>
                <a:ea typeface="Aptos"/>
                <a:cs typeface="Aptos"/>
              </a:defRPr>
            </a:lvl4pPr>
            <a:lvl5pPr algn="ctr">
              <a:defRPr sz="1725" b="1">
                <a:solidFill>
                  <a:srgbClr val="173C4B"/>
                </a:solidFill>
                <a:latin typeface="Aptos"/>
                <a:ea typeface="Aptos"/>
                <a:cs typeface="Aptos"/>
              </a:defRPr>
            </a:lvl5pPr>
            <a:lvl6pPr algn="ctr">
              <a:defRPr sz="1725" b="1">
                <a:solidFill>
                  <a:srgbClr val="173C4B"/>
                </a:solidFill>
                <a:latin typeface="Aptos"/>
                <a:ea typeface="Aptos"/>
                <a:cs typeface="Aptos"/>
              </a:defRPr>
            </a:lvl6pPr>
            <a:lvl7pPr algn="ctr">
              <a:defRPr sz="1725" b="1">
                <a:solidFill>
                  <a:srgbClr val="173C4B"/>
                </a:solidFill>
                <a:latin typeface="Aptos"/>
                <a:ea typeface="Aptos"/>
                <a:cs typeface="Aptos"/>
              </a:defRPr>
            </a:lvl7pPr>
            <a:lvl8pPr algn="ctr">
              <a:defRPr sz="1725" b="1">
                <a:solidFill>
                  <a:srgbClr val="173C4B"/>
                </a:solidFill>
                <a:latin typeface="Aptos"/>
                <a:ea typeface="Aptos"/>
                <a:cs typeface="Aptos"/>
              </a:defRPr>
            </a:lvl8pPr>
            <a:lvl9pPr algn="ctr">
              <a:defRPr sz="1725" b="1">
                <a:solidFill>
                  <a:srgbClr val="173C4B"/>
                </a:solidFill>
                <a:latin typeface="Aptos"/>
                <a:ea typeface="Aptos"/>
                <a:cs typeface="Aptos"/>
              </a:defRPr>
            </a:lvl9pPr>
          </a:lstStyle>
          <a:p xmlns:a="http://schemas.openxmlformats.org/drawingml/2006/main">
            <a:pPr algn="ctr">
              <a:defRPr sz="1725" b="1">
                <a:solidFill>
                  <a:srgbClr val="173C4B"/>
                </a:solidFill>
                <a:latin typeface="Aptos"/>
                <a:ea typeface="Aptos"/>
                <a:cs typeface="Aptos"/>
              </a:defRPr>
            </a:pPr>
            <a:r>
              <a:rPr sz="1725" b="1">
                <a:solidFill>
                  <a:srgbClr val="173C4B"/>
                </a:solidFill>
                <a:latin typeface="Aptos"/>
                <a:ea typeface="Aptos"/>
                <a:cs typeface="Aptos"/>
              </a:rPr>
              <a:t>Test</a:t>
            </a:r>
          </a:p>
        </p:txBody>
      </p:sp>
      <p:sp>
        <p:nvSpPr>
          <p:cNvPr id="13" name="">
            <a:extLst xmlns:a="http://schemas.openxmlformats.org/drawingml/2006/main">
              <a:ext uri="{FF2B5EF4-FFF2-40B4-BE49-F238E27FC236}">
                <a16:creationId xmlns:a16="http://schemas.microsoft.com/office/drawing/2014/main" id="{25AC75B7-34BA-469F-8BF1-E78E4C78FEF9}"/>
              </a:ext>
            </a:extLst>
          </p:cNvPr>
          <p:cNvSpPr>
            <a:spLocks xmlns:a="http://schemas.openxmlformats.org/drawingml/2006/main" noGrp="1"/>
          </p:cNvSpPr>
          <p:nvPr/>
        </p:nvSpPr>
        <p:spPr>
          <a:xfrm xmlns:a="http://schemas.openxmlformats.org/drawingml/2006/main">
            <a:off x="638175" y="38576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73C4B"/>
                </a:solidFill>
                <a:latin typeface="Aptos"/>
                <a:ea typeface="Aptos"/>
                <a:cs typeface="Aptos"/>
              </a:defRPr>
            </a:defPPr>
            <a:lvl1pPr algn="l">
              <a:defRPr sz="2250" b="1">
                <a:solidFill>
                  <a:srgbClr val="173C4B"/>
                </a:solidFill>
                <a:latin typeface="Aptos"/>
                <a:ea typeface="Aptos"/>
                <a:cs typeface="Aptos"/>
              </a:defRPr>
            </a:lvl1pPr>
            <a:lvl2pPr algn="l">
              <a:defRPr sz="2250" b="1">
                <a:solidFill>
                  <a:srgbClr val="173C4B"/>
                </a:solidFill>
                <a:latin typeface="Aptos"/>
                <a:ea typeface="Aptos"/>
                <a:cs typeface="Aptos"/>
              </a:defRPr>
            </a:lvl2pPr>
            <a:lvl3pPr algn="l">
              <a:defRPr sz="2250" b="1">
                <a:solidFill>
                  <a:srgbClr val="173C4B"/>
                </a:solidFill>
                <a:latin typeface="Aptos"/>
                <a:ea typeface="Aptos"/>
                <a:cs typeface="Aptos"/>
              </a:defRPr>
            </a:lvl3pPr>
            <a:lvl4pPr algn="l">
              <a:defRPr sz="2250" b="1">
                <a:solidFill>
                  <a:srgbClr val="173C4B"/>
                </a:solidFill>
                <a:latin typeface="Aptos"/>
                <a:ea typeface="Aptos"/>
                <a:cs typeface="Aptos"/>
              </a:defRPr>
            </a:lvl4pPr>
            <a:lvl5pPr algn="l">
              <a:defRPr sz="2250" b="1">
                <a:solidFill>
                  <a:srgbClr val="173C4B"/>
                </a:solidFill>
                <a:latin typeface="Aptos"/>
                <a:ea typeface="Aptos"/>
                <a:cs typeface="Aptos"/>
              </a:defRPr>
            </a:lvl5pPr>
            <a:lvl6pPr algn="l">
              <a:defRPr sz="2250" b="1">
                <a:solidFill>
                  <a:srgbClr val="173C4B"/>
                </a:solidFill>
                <a:latin typeface="Aptos"/>
                <a:ea typeface="Aptos"/>
                <a:cs typeface="Aptos"/>
              </a:defRPr>
            </a:lvl6pPr>
            <a:lvl7pPr algn="l">
              <a:defRPr sz="2250" b="1">
                <a:solidFill>
                  <a:srgbClr val="173C4B"/>
                </a:solidFill>
                <a:latin typeface="Aptos"/>
                <a:ea typeface="Aptos"/>
                <a:cs typeface="Aptos"/>
              </a:defRPr>
            </a:lvl7pPr>
            <a:lvl8pPr algn="l">
              <a:defRPr sz="2250" b="1">
                <a:solidFill>
                  <a:srgbClr val="173C4B"/>
                </a:solidFill>
                <a:latin typeface="Aptos"/>
                <a:ea typeface="Aptos"/>
                <a:cs typeface="Aptos"/>
              </a:defRPr>
            </a:lvl8pPr>
            <a:lvl9pPr algn="l">
              <a:defRPr sz="2250" b="1">
                <a:solidFill>
                  <a:srgbClr val="173C4B"/>
                </a:solidFill>
                <a:latin typeface="Aptos"/>
                <a:ea typeface="Aptos"/>
                <a:cs typeface="Aptos"/>
              </a:defRPr>
            </a:lvl9pPr>
          </a:lstStyle>
          <a:p xmlns:a="http://schemas.openxmlformats.org/drawingml/2006/main">
            <a:pPr algn="l">
              <a:defRPr sz="2250" b="1">
                <a:solidFill>
                  <a:srgbClr val="173C4B"/>
                </a:solidFill>
                <a:latin typeface="Aptos"/>
                <a:ea typeface="Aptos"/>
                <a:cs typeface="Aptos"/>
              </a:defRPr>
            </a:pPr>
            <a:r>
              <a:rPr sz="2250" b="1">
                <a:solidFill>
                  <a:srgbClr val="173C4B"/>
                </a:solidFill>
                <a:latin typeface="Aptos"/>
                <a:ea typeface="Aptos"/>
                <a:cs typeface="Aptos"/>
              </a:rPr>
              <a:t>Primary holdout</a:t>
            </a:r>
          </a:p>
        </p:txBody>
      </p:sp>
      <p:sp>
        <p:nvSpPr>
          <p:cNvPr id="14" name="">
            <a:extLst xmlns:a="http://schemas.openxmlformats.org/drawingml/2006/main">
              <a:ext uri="{FF2B5EF4-FFF2-40B4-BE49-F238E27FC236}">
                <a16:creationId xmlns:a16="http://schemas.microsoft.com/office/drawing/2014/main" id="{B68D102E-1EF9-4CB9-82BB-0DDDF6891115}"/>
              </a:ext>
            </a:extLst>
          </p:cNvPr>
          <p:cNvSpPr>
            <a:spLocks xmlns:a="http://schemas.openxmlformats.org/drawingml/2006/main" noGrp="1"/>
          </p:cNvSpPr>
          <p:nvPr/>
        </p:nvSpPr>
        <p:spPr>
          <a:xfrm xmlns:a="http://schemas.openxmlformats.org/drawingml/2006/main">
            <a:off x="666750" y="4438650"/>
            <a:ext cx="4552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5A6F76"/>
                </a:solidFill>
                <a:latin typeface="Aptos"/>
                <a:ea typeface="Aptos"/>
                <a:cs typeface="Aptos"/>
              </a:defRPr>
            </a:defPPr>
            <a:lvl1pPr algn="l">
              <a:defRPr sz="2175" b="0">
                <a:solidFill>
                  <a:srgbClr val="5A6F76"/>
                </a:solidFill>
                <a:latin typeface="Aptos"/>
                <a:ea typeface="Aptos"/>
                <a:cs typeface="Aptos"/>
              </a:defRPr>
            </a:lvl1pPr>
            <a:lvl2pPr algn="l">
              <a:defRPr sz="2175" b="0">
                <a:solidFill>
                  <a:srgbClr val="5A6F76"/>
                </a:solidFill>
                <a:latin typeface="Aptos"/>
                <a:ea typeface="Aptos"/>
                <a:cs typeface="Aptos"/>
              </a:defRPr>
            </a:lvl2pPr>
            <a:lvl3pPr algn="l">
              <a:defRPr sz="2175" b="0">
                <a:solidFill>
                  <a:srgbClr val="5A6F76"/>
                </a:solidFill>
                <a:latin typeface="Aptos"/>
                <a:ea typeface="Aptos"/>
                <a:cs typeface="Aptos"/>
              </a:defRPr>
            </a:lvl3pPr>
            <a:lvl4pPr algn="l">
              <a:defRPr sz="2175" b="0">
                <a:solidFill>
                  <a:srgbClr val="5A6F76"/>
                </a:solidFill>
                <a:latin typeface="Aptos"/>
                <a:ea typeface="Aptos"/>
                <a:cs typeface="Aptos"/>
              </a:defRPr>
            </a:lvl4pPr>
            <a:lvl5pPr algn="l">
              <a:defRPr sz="2175" b="0">
                <a:solidFill>
                  <a:srgbClr val="5A6F76"/>
                </a:solidFill>
                <a:latin typeface="Aptos"/>
                <a:ea typeface="Aptos"/>
                <a:cs typeface="Aptos"/>
              </a:defRPr>
            </a:lvl5pPr>
            <a:lvl6pPr algn="l">
              <a:defRPr sz="2175" b="0">
                <a:solidFill>
                  <a:srgbClr val="5A6F76"/>
                </a:solidFill>
                <a:latin typeface="Aptos"/>
                <a:ea typeface="Aptos"/>
                <a:cs typeface="Aptos"/>
              </a:defRPr>
            </a:lvl6pPr>
            <a:lvl7pPr algn="l">
              <a:defRPr sz="2175" b="0">
                <a:solidFill>
                  <a:srgbClr val="5A6F76"/>
                </a:solidFill>
                <a:latin typeface="Aptos"/>
                <a:ea typeface="Aptos"/>
                <a:cs typeface="Aptos"/>
              </a:defRPr>
            </a:lvl7pPr>
            <a:lvl8pPr algn="l">
              <a:defRPr sz="2175" b="0">
                <a:solidFill>
                  <a:srgbClr val="5A6F76"/>
                </a:solidFill>
                <a:latin typeface="Aptos"/>
                <a:ea typeface="Aptos"/>
                <a:cs typeface="Aptos"/>
              </a:defRPr>
            </a:lvl8pPr>
            <a:lvl9pPr algn="l">
              <a:defRPr sz="2175" b="0">
                <a:solidFill>
                  <a:srgbClr val="5A6F76"/>
                </a:solidFill>
                <a:latin typeface="Aptos"/>
                <a:ea typeface="Aptos"/>
                <a:cs typeface="Aptos"/>
              </a:defRPr>
            </a:lvl9pPr>
          </a:lstStyle>
          <a:p xmlns:a="http://schemas.openxmlformats.org/drawingml/2006/main">
            <a:pPr algn="l">
              <a:defRPr sz="2175" b="0">
                <a:solidFill>
                  <a:srgbClr val="5A6F76"/>
                </a:solidFill>
                <a:latin typeface="Aptos"/>
                <a:ea typeface="Aptos"/>
                <a:cs typeface="Aptos"/>
              </a:defRPr>
            </a:pPr>
            <a:r>
              <a:rPr sz="2175" b="0">
                <a:solidFill>
                  <a:srgbClr val="5A6F76"/>
                </a:solidFill>
                <a:latin typeface="Aptos"/>
                <a:ea typeface="Aptos"/>
                <a:cs typeface="Aptos"/>
              </a:rPr>
              <a:t>8 unseen stations</a:t>
            </a:r>
          </a:p>
          <a:p xmlns:a="http://schemas.openxmlformats.org/drawingml/2006/main">
            <a:pPr algn="l">
              <a:defRPr sz="2175" b="0">
                <a:solidFill>
                  <a:srgbClr val="5A6F76"/>
                </a:solidFill>
                <a:latin typeface="Aptos"/>
                <a:ea typeface="Aptos"/>
                <a:cs typeface="Aptos"/>
              </a:defRPr>
            </a:pPr>
            <a:r>
              <a:rPr sz="2175" b="0">
                <a:solidFill>
                  <a:srgbClr val="5A6F76"/>
                </a:solidFill>
                <a:latin typeface="Aptos"/>
                <a:ea typeface="Aptos"/>
                <a:cs typeface="Aptos"/>
              </a:rPr>
              <a:t>28 seen stations</a:t>
            </a:r>
          </a:p>
          <a:p xmlns:a="http://schemas.openxmlformats.org/drawingml/2006/main">
            <a:pPr algn="l">
              <a:defRPr sz="2175" b="0">
                <a:solidFill>
                  <a:srgbClr val="5A6F76"/>
                </a:solidFill>
                <a:latin typeface="Aptos"/>
                <a:ea typeface="Aptos"/>
                <a:cs typeface="Aptos"/>
              </a:defRPr>
            </a:pPr>
            <a:r>
              <a:rPr sz="2175" b="0">
                <a:solidFill>
                  <a:srgbClr val="5A6F76"/>
                </a:solidFill>
                <a:latin typeface="Aptos"/>
                <a:ea typeface="Aptos"/>
                <a:cs typeface="Aptos"/>
              </a:rPr>
              <a:t>Future-period scoring only</a:t>
            </a:r>
          </a:p>
        </p:txBody>
      </p:sp>
      <p:sp>
        <p:nvSpPr>
          <p:cNvPr id="15" name="">
            <a:extLst xmlns:a="http://schemas.openxmlformats.org/drawingml/2006/main">
              <a:ext uri="{FF2B5EF4-FFF2-40B4-BE49-F238E27FC236}">
                <a16:creationId xmlns:a16="http://schemas.microsoft.com/office/drawing/2014/main" id="{432E888C-49B7-4A3A-B6B9-AB92FFBAA9F0}"/>
              </a:ext>
            </a:extLst>
          </p:cNvPr>
          <p:cNvSpPr>
            <a:spLocks xmlns:a="http://schemas.openxmlformats.org/drawingml/2006/main" noGrp="1"/>
          </p:cNvSpPr>
          <p:nvPr/>
        </p:nvSpPr>
        <p:spPr>
          <a:xfrm xmlns:a="http://schemas.openxmlformats.org/drawingml/2006/main">
            <a:off x="6381750" y="38576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73C4B"/>
                </a:solidFill>
                <a:latin typeface="Aptos"/>
                <a:ea typeface="Aptos"/>
                <a:cs typeface="Aptos"/>
              </a:defRPr>
            </a:defPPr>
            <a:lvl1pPr algn="l">
              <a:defRPr sz="2250" b="1">
                <a:solidFill>
                  <a:srgbClr val="173C4B"/>
                </a:solidFill>
                <a:latin typeface="Aptos"/>
                <a:ea typeface="Aptos"/>
                <a:cs typeface="Aptos"/>
              </a:defRPr>
            </a:lvl1pPr>
            <a:lvl2pPr algn="l">
              <a:defRPr sz="2250" b="1">
                <a:solidFill>
                  <a:srgbClr val="173C4B"/>
                </a:solidFill>
                <a:latin typeface="Aptos"/>
                <a:ea typeface="Aptos"/>
                <a:cs typeface="Aptos"/>
              </a:defRPr>
            </a:lvl2pPr>
            <a:lvl3pPr algn="l">
              <a:defRPr sz="2250" b="1">
                <a:solidFill>
                  <a:srgbClr val="173C4B"/>
                </a:solidFill>
                <a:latin typeface="Aptos"/>
                <a:ea typeface="Aptos"/>
                <a:cs typeface="Aptos"/>
              </a:defRPr>
            </a:lvl3pPr>
            <a:lvl4pPr algn="l">
              <a:defRPr sz="2250" b="1">
                <a:solidFill>
                  <a:srgbClr val="173C4B"/>
                </a:solidFill>
                <a:latin typeface="Aptos"/>
                <a:ea typeface="Aptos"/>
                <a:cs typeface="Aptos"/>
              </a:defRPr>
            </a:lvl4pPr>
            <a:lvl5pPr algn="l">
              <a:defRPr sz="2250" b="1">
                <a:solidFill>
                  <a:srgbClr val="173C4B"/>
                </a:solidFill>
                <a:latin typeface="Aptos"/>
                <a:ea typeface="Aptos"/>
                <a:cs typeface="Aptos"/>
              </a:defRPr>
            </a:lvl5pPr>
            <a:lvl6pPr algn="l">
              <a:defRPr sz="2250" b="1">
                <a:solidFill>
                  <a:srgbClr val="173C4B"/>
                </a:solidFill>
                <a:latin typeface="Aptos"/>
                <a:ea typeface="Aptos"/>
                <a:cs typeface="Aptos"/>
              </a:defRPr>
            </a:lvl6pPr>
            <a:lvl7pPr algn="l">
              <a:defRPr sz="2250" b="1">
                <a:solidFill>
                  <a:srgbClr val="173C4B"/>
                </a:solidFill>
                <a:latin typeface="Aptos"/>
                <a:ea typeface="Aptos"/>
                <a:cs typeface="Aptos"/>
              </a:defRPr>
            </a:lvl7pPr>
            <a:lvl8pPr algn="l">
              <a:defRPr sz="2250" b="1">
                <a:solidFill>
                  <a:srgbClr val="173C4B"/>
                </a:solidFill>
                <a:latin typeface="Aptos"/>
                <a:ea typeface="Aptos"/>
                <a:cs typeface="Aptos"/>
              </a:defRPr>
            </a:lvl8pPr>
            <a:lvl9pPr algn="l">
              <a:defRPr sz="2250" b="1">
                <a:solidFill>
                  <a:srgbClr val="173C4B"/>
                </a:solidFill>
                <a:latin typeface="Aptos"/>
                <a:ea typeface="Aptos"/>
                <a:cs typeface="Aptos"/>
              </a:defRPr>
            </a:lvl9pPr>
          </a:lstStyle>
          <a:p xmlns:a="http://schemas.openxmlformats.org/drawingml/2006/main">
            <a:pPr algn="l">
              <a:defRPr sz="2250" b="1">
                <a:solidFill>
                  <a:srgbClr val="173C4B"/>
                </a:solidFill>
                <a:latin typeface="Aptos"/>
                <a:ea typeface="Aptos"/>
                <a:cs typeface="Aptos"/>
              </a:defRPr>
            </a:pPr>
            <a:r>
              <a:rPr sz="2250" b="1">
                <a:solidFill>
                  <a:srgbClr val="173C4B"/>
                </a:solidFill>
                <a:latin typeface="Aptos"/>
                <a:ea typeface="Aptos"/>
                <a:cs typeface="Aptos"/>
              </a:rPr>
              <a:t>Five station folds</a:t>
            </a:r>
          </a:p>
        </p:txBody>
      </p:sp>
      <p:sp>
        <p:nvSpPr>
          <p:cNvPr id="16" name="">
            <a:extLst xmlns:a="http://schemas.openxmlformats.org/drawingml/2006/main">
              <a:ext uri="{FF2B5EF4-FFF2-40B4-BE49-F238E27FC236}">
                <a16:creationId xmlns:a16="http://schemas.microsoft.com/office/drawing/2014/main" id="{3CD0F4FB-9CA5-4862-8C79-19EE25149286}"/>
              </a:ext>
            </a:extLst>
          </p:cNvPr>
          <p:cNvSpPr>
            <a:spLocks xmlns:a="http://schemas.openxmlformats.org/drawingml/2006/main" noGrp="1"/>
          </p:cNvSpPr>
          <p:nvPr/>
        </p:nvSpPr>
        <p:spPr>
          <a:xfrm xmlns:a="http://schemas.openxmlformats.org/drawingml/2006/main">
            <a:off x="6419850" y="4486275"/>
            <a:ext cx="857250" cy="657225"/>
          </a:xfrm>
          <a:prstGeom xmlns:a="http://schemas.openxmlformats.org/drawingml/2006/main" prst="roundRect">
            <a:avLst>
              <a:gd name="adj" fmla="val 14493"/>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250" b="1">
                <a:solidFill>
                  <a:srgbClr val="173C4B"/>
                </a:solidFill>
                <a:latin typeface="Aptos"/>
                <a:ea typeface="Aptos"/>
                <a:cs typeface="Aptos"/>
              </a:defRPr>
            </a:defPPr>
            <a:lvl1pPr algn="ctr">
              <a:defRPr sz="2250" b="1">
                <a:solidFill>
                  <a:srgbClr val="173C4B"/>
                </a:solidFill>
                <a:latin typeface="Aptos"/>
                <a:ea typeface="Aptos"/>
                <a:cs typeface="Aptos"/>
              </a:defRPr>
            </a:lvl1pPr>
            <a:lvl2pPr algn="ctr">
              <a:defRPr sz="2250" b="1">
                <a:solidFill>
                  <a:srgbClr val="173C4B"/>
                </a:solidFill>
                <a:latin typeface="Aptos"/>
                <a:ea typeface="Aptos"/>
                <a:cs typeface="Aptos"/>
              </a:defRPr>
            </a:lvl2pPr>
            <a:lvl3pPr algn="ctr">
              <a:defRPr sz="2250" b="1">
                <a:solidFill>
                  <a:srgbClr val="173C4B"/>
                </a:solidFill>
                <a:latin typeface="Aptos"/>
                <a:ea typeface="Aptos"/>
                <a:cs typeface="Aptos"/>
              </a:defRPr>
            </a:lvl3pPr>
            <a:lvl4pPr algn="ctr">
              <a:defRPr sz="2250" b="1">
                <a:solidFill>
                  <a:srgbClr val="173C4B"/>
                </a:solidFill>
                <a:latin typeface="Aptos"/>
                <a:ea typeface="Aptos"/>
                <a:cs typeface="Aptos"/>
              </a:defRPr>
            </a:lvl4pPr>
            <a:lvl5pPr algn="ctr">
              <a:defRPr sz="2250" b="1">
                <a:solidFill>
                  <a:srgbClr val="173C4B"/>
                </a:solidFill>
                <a:latin typeface="Aptos"/>
                <a:ea typeface="Aptos"/>
                <a:cs typeface="Aptos"/>
              </a:defRPr>
            </a:lvl5pPr>
            <a:lvl6pPr algn="ctr">
              <a:defRPr sz="2250" b="1">
                <a:solidFill>
                  <a:srgbClr val="173C4B"/>
                </a:solidFill>
                <a:latin typeface="Aptos"/>
                <a:ea typeface="Aptos"/>
                <a:cs typeface="Aptos"/>
              </a:defRPr>
            </a:lvl6pPr>
            <a:lvl7pPr algn="ctr">
              <a:defRPr sz="2250" b="1">
                <a:solidFill>
                  <a:srgbClr val="173C4B"/>
                </a:solidFill>
                <a:latin typeface="Aptos"/>
                <a:ea typeface="Aptos"/>
                <a:cs typeface="Aptos"/>
              </a:defRPr>
            </a:lvl7pPr>
            <a:lvl8pPr algn="ctr">
              <a:defRPr sz="2250" b="1">
                <a:solidFill>
                  <a:srgbClr val="173C4B"/>
                </a:solidFill>
                <a:latin typeface="Aptos"/>
                <a:ea typeface="Aptos"/>
                <a:cs typeface="Aptos"/>
              </a:defRPr>
            </a:lvl8pPr>
            <a:lvl9pPr algn="ctr">
              <a:defRPr sz="2250" b="1">
                <a:solidFill>
                  <a:srgbClr val="173C4B"/>
                </a:solidFill>
                <a:latin typeface="Aptos"/>
                <a:ea typeface="Aptos"/>
                <a:cs typeface="Aptos"/>
              </a:defRPr>
            </a:lvl9pPr>
          </a:lstStyle>
          <a:p xmlns:a="http://schemas.openxmlformats.org/drawingml/2006/main">
            <a:pPr algn="ctr">
              <a:defRPr sz="2250" b="1">
                <a:solidFill>
                  <a:srgbClr val="173C4B"/>
                </a:solidFill>
                <a:latin typeface="Aptos"/>
                <a:ea typeface="Aptos"/>
                <a:cs typeface="Aptos"/>
              </a:defRPr>
            </a:pPr>
            <a:r>
              <a:rPr sz="2250" b="1">
                <a:solidFill>
                  <a:srgbClr val="173C4B"/>
                </a:solidFill>
                <a:latin typeface="Aptos"/>
                <a:ea typeface="Aptos"/>
                <a:cs typeface="Aptos"/>
              </a:rPr>
              <a:t>8</a:t>
            </a:r>
          </a:p>
        </p:txBody>
      </p:sp>
      <p:sp>
        <p:nvSpPr>
          <p:cNvPr id="17" name="">
            <a:extLst xmlns:a="http://schemas.openxmlformats.org/drawingml/2006/main">
              <a:ext uri="{FF2B5EF4-FFF2-40B4-BE49-F238E27FC236}">
                <a16:creationId xmlns:a16="http://schemas.microsoft.com/office/drawing/2014/main" id="{A076950C-9559-482C-869D-1269C9319262}"/>
              </a:ext>
            </a:extLst>
          </p:cNvPr>
          <p:cNvSpPr>
            <a:spLocks xmlns:a="http://schemas.openxmlformats.org/drawingml/2006/main" noGrp="1"/>
          </p:cNvSpPr>
          <p:nvPr/>
        </p:nvSpPr>
        <p:spPr>
          <a:xfrm xmlns:a="http://schemas.openxmlformats.org/drawingml/2006/main">
            <a:off x="6419850" y="522922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5A6F76"/>
                </a:solidFill>
                <a:latin typeface="Aptos"/>
                <a:ea typeface="Aptos"/>
                <a:cs typeface="Aptos"/>
              </a:defRPr>
            </a:defPPr>
            <a:lvl1pPr algn="ctr">
              <a:defRPr sz="1425" b="0">
                <a:solidFill>
                  <a:srgbClr val="5A6F76"/>
                </a:solidFill>
                <a:latin typeface="Aptos"/>
                <a:ea typeface="Aptos"/>
                <a:cs typeface="Aptos"/>
              </a:defRPr>
            </a:lvl1pPr>
            <a:lvl2pPr algn="ctr">
              <a:defRPr sz="1425" b="0">
                <a:solidFill>
                  <a:srgbClr val="5A6F76"/>
                </a:solidFill>
                <a:latin typeface="Aptos"/>
                <a:ea typeface="Aptos"/>
                <a:cs typeface="Aptos"/>
              </a:defRPr>
            </a:lvl2pPr>
            <a:lvl3pPr algn="ctr">
              <a:defRPr sz="1425" b="0">
                <a:solidFill>
                  <a:srgbClr val="5A6F76"/>
                </a:solidFill>
                <a:latin typeface="Aptos"/>
                <a:ea typeface="Aptos"/>
                <a:cs typeface="Aptos"/>
              </a:defRPr>
            </a:lvl3pPr>
            <a:lvl4pPr algn="ctr">
              <a:defRPr sz="1425" b="0">
                <a:solidFill>
                  <a:srgbClr val="5A6F76"/>
                </a:solidFill>
                <a:latin typeface="Aptos"/>
                <a:ea typeface="Aptos"/>
                <a:cs typeface="Aptos"/>
              </a:defRPr>
            </a:lvl4pPr>
            <a:lvl5pPr algn="ctr">
              <a:defRPr sz="1425" b="0">
                <a:solidFill>
                  <a:srgbClr val="5A6F76"/>
                </a:solidFill>
                <a:latin typeface="Aptos"/>
                <a:ea typeface="Aptos"/>
                <a:cs typeface="Aptos"/>
              </a:defRPr>
            </a:lvl5pPr>
            <a:lvl6pPr algn="ctr">
              <a:defRPr sz="1425" b="0">
                <a:solidFill>
                  <a:srgbClr val="5A6F76"/>
                </a:solidFill>
                <a:latin typeface="Aptos"/>
                <a:ea typeface="Aptos"/>
                <a:cs typeface="Aptos"/>
              </a:defRPr>
            </a:lvl6pPr>
            <a:lvl7pPr algn="ctr">
              <a:defRPr sz="1425" b="0">
                <a:solidFill>
                  <a:srgbClr val="5A6F76"/>
                </a:solidFill>
                <a:latin typeface="Aptos"/>
                <a:ea typeface="Aptos"/>
                <a:cs typeface="Aptos"/>
              </a:defRPr>
            </a:lvl7pPr>
            <a:lvl8pPr algn="ctr">
              <a:defRPr sz="1425" b="0">
                <a:solidFill>
                  <a:srgbClr val="5A6F76"/>
                </a:solidFill>
                <a:latin typeface="Aptos"/>
                <a:ea typeface="Aptos"/>
                <a:cs typeface="Aptos"/>
              </a:defRPr>
            </a:lvl8pPr>
            <a:lvl9pPr algn="ctr">
              <a:defRPr sz="1425" b="0">
                <a:solidFill>
                  <a:srgbClr val="5A6F76"/>
                </a:solidFill>
                <a:latin typeface="Aptos"/>
                <a:ea typeface="Aptos"/>
                <a:cs typeface="Aptos"/>
              </a:defRPr>
            </a:lvl9pPr>
          </a:lstStyle>
          <a:p xmlns:a="http://schemas.openxmlformats.org/drawingml/2006/main">
            <a:pPr algn="ctr">
              <a:defRPr sz="1425" b="0">
                <a:solidFill>
                  <a:srgbClr val="5A6F76"/>
                </a:solidFill>
                <a:latin typeface="Aptos"/>
                <a:ea typeface="Aptos"/>
                <a:cs typeface="Aptos"/>
              </a:defRPr>
            </a:pPr>
            <a:r>
              <a:rPr sz="1425" b="0">
                <a:solidFill>
                  <a:srgbClr val="5A6F76"/>
                </a:solidFill>
                <a:latin typeface="Aptos"/>
                <a:ea typeface="Aptos"/>
                <a:cs typeface="Aptos"/>
              </a:rPr>
              <a:t>Fold 1</a:t>
            </a:r>
          </a:p>
        </p:txBody>
      </p:sp>
      <p:sp>
        <p:nvSpPr>
          <p:cNvPr id="18" name="">
            <a:extLst xmlns:a="http://schemas.openxmlformats.org/drawingml/2006/main">
              <a:ext uri="{FF2B5EF4-FFF2-40B4-BE49-F238E27FC236}">
                <a16:creationId xmlns:a16="http://schemas.microsoft.com/office/drawing/2014/main" id="{BBB423F2-4A07-474F-8463-2416B7A3A7D1}"/>
              </a:ext>
            </a:extLst>
          </p:cNvPr>
          <p:cNvSpPr>
            <a:spLocks xmlns:a="http://schemas.openxmlformats.org/drawingml/2006/main" noGrp="1"/>
          </p:cNvSpPr>
          <p:nvPr/>
        </p:nvSpPr>
        <p:spPr>
          <a:xfrm xmlns:a="http://schemas.openxmlformats.org/drawingml/2006/main">
            <a:off x="7429500" y="4486275"/>
            <a:ext cx="857250" cy="657225"/>
          </a:xfrm>
          <a:prstGeom xmlns:a="http://schemas.openxmlformats.org/drawingml/2006/main" prst="roundRect">
            <a:avLst>
              <a:gd name="adj" fmla="val 14493"/>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250" b="1">
                <a:solidFill>
                  <a:srgbClr val="173C4B"/>
                </a:solidFill>
                <a:latin typeface="Aptos"/>
                <a:ea typeface="Aptos"/>
                <a:cs typeface="Aptos"/>
              </a:defRPr>
            </a:defPPr>
            <a:lvl1pPr algn="ctr">
              <a:defRPr sz="2250" b="1">
                <a:solidFill>
                  <a:srgbClr val="173C4B"/>
                </a:solidFill>
                <a:latin typeface="Aptos"/>
                <a:ea typeface="Aptos"/>
                <a:cs typeface="Aptos"/>
              </a:defRPr>
            </a:lvl1pPr>
            <a:lvl2pPr algn="ctr">
              <a:defRPr sz="2250" b="1">
                <a:solidFill>
                  <a:srgbClr val="173C4B"/>
                </a:solidFill>
                <a:latin typeface="Aptos"/>
                <a:ea typeface="Aptos"/>
                <a:cs typeface="Aptos"/>
              </a:defRPr>
            </a:lvl2pPr>
            <a:lvl3pPr algn="ctr">
              <a:defRPr sz="2250" b="1">
                <a:solidFill>
                  <a:srgbClr val="173C4B"/>
                </a:solidFill>
                <a:latin typeface="Aptos"/>
                <a:ea typeface="Aptos"/>
                <a:cs typeface="Aptos"/>
              </a:defRPr>
            </a:lvl3pPr>
            <a:lvl4pPr algn="ctr">
              <a:defRPr sz="2250" b="1">
                <a:solidFill>
                  <a:srgbClr val="173C4B"/>
                </a:solidFill>
                <a:latin typeface="Aptos"/>
                <a:ea typeface="Aptos"/>
                <a:cs typeface="Aptos"/>
              </a:defRPr>
            </a:lvl4pPr>
            <a:lvl5pPr algn="ctr">
              <a:defRPr sz="2250" b="1">
                <a:solidFill>
                  <a:srgbClr val="173C4B"/>
                </a:solidFill>
                <a:latin typeface="Aptos"/>
                <a:ea typeface="Aptos"/>
                <a:cs typeface="Aptos"/>
              </a:defRPr>
            </a:lvl5pPr>
            <a:lvl6pPr algn="ctr">
              <a:defRPr sz="2250" b="1">
                <a:solidFill>
                  <a:srgbClr val="173C4B"/>
                </a:solidFill>
                <a:latin typeface="Aptos"/>
                <a:ea typeface="Aptos"/>
                <a:cs typeface="Aptos"/>
              </a:defRPr>
            </a:lvl6pPr>
            <a:lvl7pPr algn="ctr">
              <a:defRPr sz="2250" b="1">
                <a:solidFill>
                  <a:srgbClr val="173C4B"/>
                </a:solidFill>
                <a:latin typeface="Aptos"/>
                <a:ea typeface="Aptos"/>
                <a:cs typeface="Aptos"/>
              </a:defRPr>
            </a:lvl7pPr>
            <a:lvl8pPr algn="ctr">
              <a:defRPr sz="2250" b="1">
                <a:solidFill>
                  <a:srgbClr val="173C4B"/>
                </a:solidFill>
                <a:latin typeface="Aptos"/>
                <a:ea typeface="Aptos"/>
                <a:cs typeface="Aptos"/>
              </a:defRPr>
            </a:lvl8pPr>
            <a:lvl9pPr algn="ctr">
              <a:defRPr sz="2250" b="1">
                <a:solidFill>
                  <a:srgbClr val="173C4B"/>
                </a:solidFill>
                <a:latin typeface="Aptos"/>
                <a:ea typeface="Aptos"/>
                <a:cs typeface="Aptos"/>
              </a:defRPr>
            </a:lvl9pPr>
          </a:lstStyle>
          <a:p xmlns:a="http://schemas.openxmlformats.org/drawingml/2006/main">
            <a:pPr algn="ctr">
              <a:defRPr sz="2250" b="1">
                <a:solidFill>
                  <a:srgbClr val="173C4B"/>
                </a:solidFill>
                <a:latin typeface="Aptos"/>
                <a:ea typeface="Aptos"/>
                <a:cs typeface="Aptos"/>
              </a:defRPr>
            </a:pPr>
            <a:r>
              <a:rPr sz="2250" b="1">
                <a:solidFill>
                  <a:srgbClr val="173C4B"/>
                </a:solidFill>
                <a:latin typeface="Aptos"/>
                <a:ea typeface="Aptos"/>
                <a:cs typeface="Aptos"/>
              </a:rPr>
              <a:t>8</a:t>
            </a:r>
          </a:p>
        </p:txBody>
      </p:sp>
      <p:sp>
        <p:nvSpPr>
          <p:cNvPr id="19" name="">
            <a:extLst xmlns:a="http://schemas.openxmlformats.org/drawingml/2006/main">
              <a:ext uri="{FF2B5EF4-FFF2-40B4-BE49-F238E27FC236}">
                <a16:creationId xmlns:a16="http://schemas.microsoft.com/office/drawing/2014/main" id="{BCFB8C73-57BF-466E-AE22-A637D1080895}"/>
              </a:ext>
            </a:extLst>
          </p:cNvPr>
          <p:cNvSpPr>
            <a:spLocks xmlns:a="http://schemas.openxmlformats.org/drawingml/2006/main" noGrp="1"/>
          </p:cNvSpPr>
          <p:nvPr/>
        </p:nvSpPr>
        <p:spPr>
          <a:xfrm xmlns:a="http://schemas.openxmlformats.org/drawingml/2006/main">
            <a:off x="7429500" y="522922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5A6F76"/>
                </a:solidFill>
                <a:latin typeface="Aptos"/>
                <a:ea typeface="Aptos"/>
                <a:cs typeface="Aptos"/>
              </a:defRPr>
            </a:defPPr>
            <a:lvl1pPr algn="ctr">
              <a:defRPr sz="1425" b="0">
                <a:solidFill>
                  <a:srgbClr val="5A6F76"/>
                </a:solidFill>
                <a:latin typeface="Aptos"/>
                <a:ea typeface="Aptos"/>
                <a:cs typeface="Aptos"/>
              </a:defRPr>
            </a:lvl1pPr>
            <a:lvl2pPr algn="ctr">
              <a:defRPr sz="1425" b="0">
                <a:solidFill>
                  <a:srgbClr val="5A6F76"/>
                </a:solidFill>
                <a:latin typeface="Aptos"/>
                <a:ea typeface="Aptos"/>
                <a:cs typeface="Aptos"/>
              </a:defRPr>
            </a:lvl2pPr>
            <a:lvl3pPr algn="ctr">
              <a:defRPr sz="1425" b="0">
                <a:solidFill>
                  <a:srgbClr val="5A6F76"/>
                </a:solidFill>
                <a:latin typeface="Aptos"/>
                <a:ea typeface="Aptos"/>
                <a:cs typeface="Aptos"/>
              </a:defRPr>
            </a:lvl3pPr>
            <a:lvl4pPr algn="ctr">
              <a:defRPr sz="1425" b="0">
                <a:solidFill>
                  <a:srgbClr val="5A6F76"/>
                </a:solidFill>
                <a:latin typeface="Aptos"/>
                <a:ea typeface="Aptos"/>
                <a:cs typeface="Aptos"/>
              </a:defRPr>
            </a:lvl4pPr>
            <a:lvl5pPr algn="ctr">
              <a:defRPr sz="1425" b="0">
                <a:solidFill>
                  <a:srgbClr val="5A6F76"/>
                </a:solidFill>
                <a:latin typeface="Aptos"/>
                <a:ea typeface="Aptos"/>
                <a:cs typeface="Aptos"/>
              </a:defRPr>
            </a:lvl5pPr>
            <a:lvl6pPr algn="ctr">
              <a:defRPr sz="1425" b="0">
                <a:solidFill>
                  <a:srgbClr val="5A6F76"/>
                </a:solidFill>
                <a:latin typeface="Aptos"/>
                <a:ea typeface="Aptos"/>
                <a:cs typeface="Aptos"/>
              </a:defRPr>
            </a:lvl6pPr>
            <a:lvl7pPr algn="ctr">
              <a:defRPr sz="1425" b="0">
                <a:solidFill>
                  <a:srgbClr val="5A6F76"/>
                </a:solidFill>
                <a:latin typeface="Aptos"/>
                <a:ea typeface="Aptos"/>
                <a:cs typeface="Aptos"/>
              </a:defRPr>
            </a:lvl7pPr>
            <a:lvl8pPr algn="ctr">
              <a:defRPr sz="1425" b="0">
                <a:solidFill>
                  <a:srgbClr val="5A6F76"/>
                </a:solidFill>
                <a:latin typeface="Aptos"/>
                <a:ea typeface="Aptos"/>
                <a:cs typeface="Aptos"/>
              </a:defRPr>
            </a:lvl8pPr>
            <a:lvl9pPr algn="ctr">
              <a:defRPr sz="1425" b="0">
                <a:solidFill>
                  <a:srgbClr val="5A6F76"/>
                </a:solidFill>
                <a:latin typeface="Aptos"/>
                <a:ea typeface="Aptos"/>
                <a:cs typeface="Aptos"/>
              </a:defRPr>
            </a:lvl9pPr>
          </a:lstStyle>
          <a:p xmlns:a="http://schemas.openxmlformats.org/drawingml/2006/main">
            <a:pPr algn="ctr">
              <a:defRPr sz="1425" b="0">
                <a:solidFill>
                  <a:srgbClr val="5A6F76"/>
                </a:solidFill>
                <a:latin typeface="Aptos"/>
                <a:ea typeface="Aptos"/>
                <a:cs typeface="Aptos"/>
              </a:defRPr>
            </a:pPr>
            <a:r>
              <a:rPr sz="1425" b="0">
                <a:solidFill>
                  <a:srgbClr val="5A6F76"/>
                </a:solidFill>
                <a:latin typeface="Aptos"/>
                <a:ea typeface="Aptos"/>
                <a:cs typeface="Aptos"/>
              </a:rPr>
              <a:t>Fold 2</a:t>
            </a:r>
          </a:p>
        </p:txBody>
      </p:sp>
      <p:sp>
        <p:nvSpPr>
          <p:cNvPr id="20" name="">
            <a:extLst xmlns:a="http://schemas.openxmlformats.org/drawingml/2006/main">
              <a:ext uri="{FF2B5EF4-FFF2-40B4-BE49-F238E27FC236}">
                <a16:creationId xmlns:a16="http://schemas.microsoft.com/office/drawing/2014/main" id="{131267A2-EAEC-4923-B9D9-3F7A2413E94E}"/>
              </a:ext>
            </a:extLst>
          </p:cNvPr>
          <p:cNvSpPr>
            <a:spLocks xmlns:a="http://schemas.openxmlformats.org/drawingml/2006/main" noGrp="1"/>
          </p:cNvSpPr>
          <p:nvPr/>
        </p:nvSpPr>
        <p:spPr>
          <a:xfrm xmlns:a="http://schemas.openxmlformats.org/drawingml/2006/main">
            <a:off x="8439150" y="4486275"/>
            <a:ext cx="857250" cy="657225"/>
          </a:xfrm>
          <a:prstGeom xmlns:a="http://schemas.openxmlformats.org/drawingml/2006/main" prst="roundRect">
            <a:avLst>
              <a:gd name="adj" fmla="val 14493"/>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250" b="1">
                <a:solidFill>
                  <a:srgbClr val="173C4B"/>
                </a:solidFill>
                <a:latin typeface="Aptos"/>
                <a:ea typeface="Aptos"/>
                <a:cs typeface="Aptos"/>
              </a:defRPr>
            </a:defPPr>
            <a:lvl1pPr algn="ctr">
              <a:defRPr sz="2250" b="1">
                <a:solidFill>
                  <a:srgbClr val="173C4B"/>
                </a:solidFill>
                <a:latin typeface="Aptos"/>
                <a:ea typeface="Aptos"/>
                <a:cs typeface="Aptos"/>
              </a:defRPr>
            </a:lvl1pPr>
            <a:lvl2pPr algn="ctr">
              <a:defRPr sz="2250" b="1">
                <a:solidFill>
                  <a:srgbClr val="173C4B"/>
                </a:solidFill>
                <a:latin typeface="Aptos"/>
                <a:ea typeface="Aptos"/>
                <a:cs typeface="Aptos"/>
              </a:defRPr>
            </a:lvl2pPr>
            <a:lvl3pPr algn="ctr">
              <a:defRPr sz="2250" b="1">
                <a:solidFill>
                  <a:srgbClr val="173C4B"/>
                </a:solidFill>
                <a:latin typeface="Aptos"/>
                <a:ea typeface="Aptos"/>
                <a:cs typeface="Aptos"/>
              </a:defRPr>
            </a:lvl3pPr>
            <a:lvl4pPr algn="ctr">
              <a:defRPr sz="2250" b="1">
                <a:solidFill>
                  <a:srgbClr val="173C4B"/>
                </a:solidFill>
                <a:latin typeface="Aptos"/>
                <a:ea typeface="Aptos"/>
                <a:cs typeface="Aptos"/>
              </a:defRPr>
            </a:lvl4pPr>
            <a:lvl5pPr algn="ctr">
              <a:defRPr sz="2250" b="1">
                <a:solidFill>
                  <a:srgbClr val="173C4B"/>
                </a:solidFill>
                <a:latin typeface="Aptos"/>
                <a:ea typeface="Aptos"/>
                <a:cs typeface="Aptos"/>
              </a:defRPr>
            </a:lvl5pPr>
            <a:lvl6pPr algn="ctr">
              <a:defRPr sz="2250" b="1">
                <a:solidFill>
                  <a:srgbClr val="173C4B"/>
                </a:solidFill>
                <a:latin typeface="Aptos"/>
                <a:ea typeface="Aptos"/>
                <a:cs typeface="Aptos"/>
              </a:defRPr>
            </a:lvl6pPr>
            <a:lvl7pPr algn="ctr">
              <a:defRPr sz="2250" b="1">
                <a:solidFill>
                  <a:srgbClr val="173C4B"/>
                </a:solidFill>
                <a:latin typeface="Aptos"/>
                <a:ea typeface="Aptos"/>
                <a:cs typeface="Aptos"/>
              </a:defRPr>
            </a:lvl7pPr>
            <a:lvl8pPr algn="ctr">
              <a:defRPr sz="2250" b="1">
                <a:solidFill>
                  <a:srgbClr val="173C4B"/>
                </a:solidFill>
                <a:latin typeface="Aptos"/>
                <a:ea typeface="Aptos"/>
                <a:cs typeface="Aptos"/>
              </a:defRPr>
            </a:lvl8pPr>
            <a:lvl9pPr algn="ctr">
              <a:defRPr sz="2250" b="1">
                <a:solidFill>
                  <a:srgbClr val="173C4B"/>
                </a:solidFill>
                <a:latin typeface="Aptos"/>
                <a:ea typeface="Aptos"/>
                <a:cs typeface="Aptos"/>
              </a:defRPr>
            </a:lvl9pPr>
          </a:lstStyle>
          <a:p xmlns:a="http://schemas.openxmlformats.org/drawingml/2006/main">
            <a:pPr algn="ctr">
              <a:defRPr sz="2250" b="1">
                <a:solidFill>
                  <a:srgbClr val="173C4B"/>
                </a:solidFill>
                <a:latin typeface="Aptos"/>
                <a:ea typeface="Aptos"/>
                <a:cs typeface="Aptos"/>
              </a:defRPr>
            </a:pPr>
            <a:r>
              <a:rPr sz="2250" b="1">
                <a:solidFill>
                  <a:srgbClr val="173C4B"/>
                </a:solidFill>
                <a:latin typeface="Aptos"/>
                <a:ea typeface="Aptos"/>
                <a:cs typeface="Aptos"/>
              </a:rPr>
              <a:t>8</a:t>
            </a:r>
          </a:p>
        </p:txBody>
      </p:sp>
      <p:sp>
        <p:nvSpPr>
          <p:cNvPr id="21" name="">
            <a:extLst xmlns:a="http://schemas.openxmlformats.org/drawingml/2006/main">
              <a:ext uri="{FF2B5EF4-FFF2-40B4-BE49-F238E27FC236}">
                <a16:creationId xmlns:a16="http://schemas.microsoft.com/office/drawing/2014/main" id="{ED8FF980-D88A-46E1-A0D7-5C635172E561}"/>
              </a:ext>
            </a:extLst>
          </p:cNvPr>
          <p:cNvSpPr>
            <a:spLocks xmlns:a="http://schemas.openxmlformats.org/drawingml/2006/main" noGrp="1"/>
          </p:cNvSpPr>
          <p:nvPr/>
        </p:nvSpPr>
        <p:spPr>
          <a:xfrm xmlns:a="http://schemas.openxmlformats.org/drawingml/2006/main">
            <a:off x="8439150" y="522922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5A6F76"/>
                </a:solidFill>
                <a:latin typeface="Aptos"/>
                <a:ea typeface="Aptos"/>
                <a:cs typeface="Aptos"/>
              </a:defRPr>
            </a:defPPr>
            <a:lvl1pPr algn="ctr">
              <a:defRPr sz="1425" b="0">
                <a:solidFill>
                  <a:srgbClr val="5A6F76"/>
                </a:solidFill>
                <a:latin typeface="Aptos"/>
                <a:ea typeface="Aptos"/>
                <a:cs typeface="Aptos"/>
              </a:defRPr>
            </a:lvl1pPr>
            <a:lvl2pPr algn="ctr">
              <a:defRPr sz="1425" b="0">
                <a:solidFill>
                  <a:srgbClr val="5A6F76"/>
                </a:solidFill>
                <a:latin typeface="Aptos"/>
                <a:ea typeface="Aptos"/>
                <a:cs typeface="Aptos"/>
              </a:defRPr>
            </a:lvl2pPr>
            <a:lvl3pPr algn="ctr">
              <a:defRPr sz="1425" b="0">
                <a:solidFill>
                  <a:srgbClr val="5A6F76"/>
                </a:solidFill>
                <a:latin typeface="Aptos"/>
                <a:ea typeface="Aptos"/>
                <a:cs typeface="Aptos"/>
              </a:defRPr>
            </a:lvl3pPr>
            <a:lvl4pPr algn="ctr">
              <a:defRPr sz="1425" b="0">
                <a:solidFill>
                  <a:srgbClr val="5A6F76"/>
                </a:solidFill>
                <a:latin typeface="Aptos"/>
                <a:ea typeface="Aptos"/>
                <a:cs typeface="Aptos"/>
              </a:defRPr>
            </a:lvl4pPr>
            <a:lvl5pPr algn="ctr">
              <a:defRPr sz="1425" b="0">
                <a:solidFill>
                  <a:srgbClr val="5A6F76"/>
                </a:solidFill>
                <a:latin typeface="Aptos"/>
                <a:ea typeface="Aptos"/>
                <a:cs typeface="Aptos"/>
              </a:defRPr>
            </a:lvl5pPr>
            <a:lvl6pPr algn="ctr">
              <a:defRPr sz="1425" b="0">
                <a:solidFill>
                  <a:srgbClr val="5A6F76"/>
                </a:solidFill>
                <a:latin typeface="Aptos"/>
                <a:ea typeface="Aptos"/>
                <a:cs typeface="Aptos"/>
              </a:defRPr>
            </a:lvl6pPr>
            <a:lvl7pPr algn="ctr">
              <a:defRPr sz="1425" b="0">
                <a:solidFill>
                  <a:srgbClr val="5A6F76"/>
                </a:solidFill>
                <a:latin typeface="Aptos"/>
                <a:ea typeface="Aptos"/>
                <a:cs typeface="Aptos"/>
              </a:defRPr>
            </a:lvl7pPr>
            <a:lvl8pPr algn="ctr">
              <a:defRPr sz="1425" b="0">
                <a:solidFill>
                  <a:srgbClr val="5A6F76"/>
                </a:solidFill>
                <a:latin typeface="Aptos"/>
                <a:ea typeface="Aptos"/>
                <a:cs typeface="Aptos"/>
              </a:defRPr>
            </a:lvl8pPr>
            <a:lvl9pPr algn="ctr">
              <a:defRPr sz="1425" b="0">
                <a:solidFill>
                  <a:srgbClr val="5A6F76"/>
                </a:solidFill>
                <a:latin typeface="Aptos"/>
                <a:ea typeface="Aptos"/>
                <a:cs typeface="Aptos"/>
              </a:defRPr>
            </a:lvl9pPr>
          </a:lstStyle>
          <a:p xmlns:a="http://schemas.openxmlformats.org/drawingml/2006/main">
            <a:pPr algn="ctr">
              <a:defRPr sz="1425" b="0">
                <a:solidFill>
                  <a:srgbClr val="5A6F76"/>
                </a:solidFill>
                <a:latin typeface="Aptos"/>
                <a:ea typeface="Aptos"/>
                <a:cs typeface="Aptos"/>
              </a:defRPr>
            </a:pPr>
            <a:r>
              <a:rPr sz="1425" b="0">
                <a:solidFill>
                  <a:srgbClr val="5A6F76"/>
                </a:solidFill>
                <a:latin typeface="Aptos"/>
                <a:ea typeface="Aptos"/>
                <a:cs typeface="Aptos"/>
              </a:rPr>
              <a:t>Fold 3</a:t>
            </a:r>
          </a:p>
        </p:txBody>
      </p:sp>
      <p:sp>
        <p:nvSpPr>
          <p:cNvPr id="22" name="">
            <a:extLst xmlns:a="http://schemas.openxmlformats.org/drawingml/2006/main">
              <a:ext uri="{FF2B5EF4-FFF2-40B4-BE49-F238E27FC236}">
                <a16:creationId xmlns:a16="http://schemas.microsoft.com/office/drawing/2014/main" id="{4AF6C2F1-3760-4633-BE80-23B93FBA49BF}"/>
              </a:ext>
            </a:extLst>
          </p:cNvPr>
          <p:cNvSpPr>
            <a:spLocks xmlns:a="http://schemas.openxmlformats.org/drawingml/2006/main" noGrp="1"/>
          </p:cNvSpPr>
          <p:nvPr/>
        </p:nvSpPr>
        <p:spPr>
          <a:xfrm xmlns:a="http://schemas.openxmlformats.org/drawingml/2006/main">
            <a:off x="9448800" y="4486275"/>
            <a:ext cx="857250" cy="657225"/>
          </a:xfrm>
          <a:prstGeom xmlns:a="http://schemas.openxmlformats.org/drawingml/2006/main" prst="roundRect">
            <a:avLst>
              <a:gd name="adj" fmla="val 14493"/>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250" b="1">
                <a:solidFill>
                  <a:srgbClr val="173C4B"/>
                </a:solidFill>
                <a:latin typeface="Aptos"/>
                <a:ea typeface="Aptos"/>
                <a:cs typeface="Aptos"/>
              </a:defRPr>
            </a:defPPr>
            <a:lvl1pPr algn="ctr">
              <a:defRPr sz="2250" b="1">
                <a:solidFill>
                  <a:srgbClr val="173C4B"/>
                </a:solidFill>
                <a:latin typeface="Aptos"/>
                <a:ea typeface="Aptos"/>
                <a:cs typeface="Aptos"/>
              </a:defRPr>
            </a:lvl1pPr>
            <a:lvl2pPr algn="ctr">
              <a:defRPr sz="2250" b="1">
                <a:solidFill>
                  <a:srgbClr val="173C4B"/>
                </a:solidFill>
                <a:latin typeface="Aptos"/>
                <a:ea typeface="Aptos"/>
                <a:cs typeface="Aptos"/>
              </a:defRPr>
            </a:lvl2pPr>
            <a:lvl3pPr algn="ctr">
              <a:defRPr sz="2250" b="1">
                <a:solidFill>
                  <a:srgbClr val="173C4B"/>
                </a:solidFill>
                <a:latin typeface="Aptos"/>
                <a:ea typeface="Aptos"/>
                <a:cs typeface="Aptos"/>
              </a:defRPr>
            </a:lvl3pPr>
            <a:lvl4pPr algn="ctr">
              <a:defRPr sz="2250" b="1">
                <a:solidFill>
                  <a:srgbClr val="173C4B"/>
                </a:solidFill>
                <a:latin typeface="Aptos"/>
                <a:ea typeface="Aptos"/>
                <a:cs typeface="Aptos"/>
              </a:defRPr>
            </a:lvl4pPr>
            <a:lvl5pPr algn="ctr">
              <a:defRPr sz="2250" b="1">
                <a:solidFill>
                  <a:srgbClr val="173C4B"/>
                </a:solidFill>
                <a:latin typeface="Aptos"/>
                <a:ea typeface="Aptos"/>
                <a:cs typeface="Aptos"/>
              </a:defRPr>
            </a:lvl5pPr>
            <a:lvl6pPr algn="ctr">
              <a:defRPr sz="2250" b="1">
                <a:solidFill>
                  <a:srgbClr val="173C4B"/>
                </a:solidFill>
                <a:latin typeface="Aptos"/>
                <a:ea typeface="Aptos"/>
                <a:cs typeface="Aptos"/>
              </a:defRPr>
            </a:lvl6pPr>
            <a:lvl7pPr algn="ctr">
              <a:defRPr sz="2250" b="1">
                <a:solidFill>
                  <a:srgbClr val="173C4B"/>
                </a:solidFill>
                <a:latin typeface="Aptos"/>
                <a:ea typeface="Aptos"/>
                <a:cs typeface="Aptos"/>
              </a:defRPr>
            </a:lvl7pPr>
            <a:lvl8pPr algn="ctr">
              <a:defRPr sz="2250" b="1">
                <a:solidFill>
                  <a:srgbClr val="173C4B"/>
                </a:solidFill>
                <a:latin typeface="Aptos"/>
                <a:ea typeface="Aptos"/>
                <a:cs typeface="Aptos"/>
              </a:defRPr>
            </a:lvl8pPr>
            <a:lvl9pPr algn="ctr">
              <a:defRPr sz="2250" b="1">
                <a:solidFill>
                  <a:srgbClr val="173C4B"/>
                </a:solidFill>
                <a:latin typeface="Aptos"/>
                <a:ea typeface="Aptos"/>
                <a:cs typeface="Aptos"/>
              </a:defRPr>
            </a:lvl9pPr>
          </a:lstStyle>
          <a:p xmlns:a="http://schemas.openxmlformats.org/drawingml/2006/main">
            <a:pPr algn="ctr">
              <a:defRPr sz="2250" b="1">
                <a:solidFill>
                  <a:srgbClr val="173C4B"/>
                </a:solidFill>
                <a:latin typeface="Aptos"/>
                <a:ea typeface="Aptos"/>
                <a:cs typeface="Aptos"/>
              </a:defRPr>
            </a:pPr>
            <a:r>
              <a:rPr sz="2250" b="1">
                <a:solidFill>
                  <a:srgbClr val="173C4B"/>
                </a:solidFill>
                <a:latin typeface="Aptos"/>
                <a:ea typeface="Aptos"/>
                <a:cs typeface="Aptos"/>
              </a:rPr>
              <a:t>8</a:t>
            </a:r>
          </a:p>
        </p:txBody>
      </p:sp>
      <p:sp>
        <p:nvSpPr>
          <p:cNvPr id="23" name="">
            <a:extLst xmlns:a="http://schemas.openxmlformats.org/drawingml/2006/main">
              <a:ext uri="{FF2B5EF4-FFF2-40B4-BE49-F238E27FC236}">
                <a16:creationId xmlns:a16="http://schemas.microsoft.com/office/drawing/2014/main" id="{E46C5341-BDAD-4B77-A010-A3E1FA0627D7}"/>
              </a:ext>
            </a:extLst>
          </p:cNvPr>
          <p:cNvSpPr>
            <a:spLocks xmlns:a="http://schemas.openxmlformats.org/drawingml/2006/main" noGrp="1"/>
          </p:cNvSpPr>
          <p:nvPr/>
        </p:nvSpPr>
        <p:spPr>
          <a:xfrm xmlns:a="http://schemas.openxmlformats.org/drawingml/2006/main">
            <a:off x="9448800" y="522922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5A6F76"/>
                </a:solidFill>
                <a:latin typeface="Aptos"/>
                <a:ea typeface="Aptos"/>
                <a:cs typeface="Aptos"/>
              </a:defRPr>
            </a:defPPr>
            <a:lvl1pPr algn="ctr">
              <a:defRPr sz="1425" b="0">
                <a:solidFill>
                  <a:srgbClr val="5A6F76"/>
                </a:solidFill>
                <a:latin typeface="Aptos"/>
                <a:ea typeface="Aptos"/>
                <a:cs typeface="Aptos"/>
              </a:defRPr>
            </a:lvl1pPr>
            <a:lvl2pPr algn="ctr">
              <a:defRPr sz="1425" b="0">
                <a:solidFill>
                  <a:srgbClr val="5A6F76"/>
                </a:solidFill>
                <a:latin typeface="Aptos"/>
                <a:ea typeface="Aptos"/>
                <a:cs typeface="Aptos"/>
              </a:defRPr>
            </a:lvl2pPr>
            <a:lvl3pPr algn="ctr">
              <a:defRPr sz="1425" b="0">
                <a:solidFill>
                  <a:srgbClr val="5A6F76"/>
                </a:solidFill>
                <a:latin typeface="Aptos"/>
                <a:ea typeface="Aptos"/>
                <a:cs typeface="Aptos"/>
              </a:defRPr>
            </a:lvl3pPr>
            <a:lvl4pPr algn="ctr">
              <a:defRPr sz="1425" b="0">
                <a:solidFill>
                  <a:srgbClr val="5A6F76"/>
                </a:solidFill>
                <a:latin typeface="Aptos"/>
                <a:ea typeface="Aptos"/>
                <a:cs typeface="Aptos"/>
              </a:defRPr>
            </a:lvl4pPr>
            <a:lvl5pPr algn="ctr">
              <a:defRPr sz="1425" b="0">
                <a:solidFill>
                  <a:srgbClr val="5A6F76"/>
                </a:solidFill>
                <a:latin typeface="Aptos"/>
                <a:ea typeface="Aptos"/>
                <a:cs typeface="Aptos"/>
              </a:defRPr>
            </a:lvl5pPr>
            <a:lvl6pPr algn="ctr">
              <a:defRPr sz="1425" b="0">
                <a:solidFill>
                  <a:srgbClr val="5A6F76"/>
                </a:solidFill>
                <a:latin typeface="Aptos"/>
                <a:ea typeface="Aptos"/>
                <a:cs typeface="Aptos"/>
              </a:defRPr>
            </a:lvl6pPr>
            <a:lvl7pPr algn="ctr">
              <a:defRPr sz="1425" b="0">
                <a:solidFill>
                  <a:srgbClr val="5A6F76"/>
                </a:solidFill>
                <a:latin typeface="Aptos"/>
                <a:ea typeface="Aptos"/>
                <a:cs typeface="Aptos"/>
              </a:defRPr>
            </a:lvl7pPr>
            <a:lvl8pPr algn="ctr">
              <a:defRPr sz="1425" b="0">
                <a:solidFill>
                  <a:srgbClr val="5A6F76"/>
                </a:solidFill>
                <a:latin typeface="Aptos"/>
                <a:ea typeface="Aptos"/>
                <a:cs typeface="Aptos"/>
              </a:defRPr>
            </a:lvl8pPr>
            <a:lvl9pPr algn="ctr">
              <a:defRPr sz="1425" b="0">
                <a:solidFill>
                  <a:srgbClr val="5A6F76"/>
                </a:solidFill>
                <a:latin typeface="Aptos"/>
                <a:ea typeface="Aptos"/>
                <a:cs typeface="Aptos"/>
              </a:defRPr>
            </a:lvl9pPr>
          </a:lstStyle>
          <a:p xmlns:a="http://schemas.openxmlformats.org/drawingml/2006/main">
            <a:pPr algn="ctr">
              <a:defRPr sz="1425" b="0">
                <a:solidFill>
                  <a:srgbClr val="5A6F76"/>
                </a:solidFill>
                <a:latin typeface="Aptos"/>
                <a:ea typeface="Aptos"/>
                <a:cs typeface="Aptos"/>
              </a:defRPr>
            </a:pPr>
            <a:r>
              <a:rPr sz="1425" b="0">
                <a:solidFill>
                  <a:srgbClr val="5A6F76"/>
                </a:solidFill>
                <a:latin typeface="Aptos"/>
                <a:ea typeface="Aptos"/>
                <a:cs typeface="Aptos"/>
              </a:rPr>
              <a:t>Fold 4</a:t>
            </a:r>
          </a:p>
        </p:txBody>
      </p:sp>
      <p:sp>
        <p:nvSpPr>
          <p:cNvPr id="24" name="">
            <a:extLst xmlns:a="http://schemas.openxmlformats.org/drawingml/2006/main">
              <a:ext uri="{FF2B5EF4-FFF2-40B4-BE49-F238E27FC236}">
                <a16:creationId xmlns:a16="http://schemas.microsoft.com/office/drawing/2014/main" id="{B1D29049-4E9C-4A00-A43F-04F2E58FEF8F}"/>
              </a:ext>
            </a:extLst>
          </p:cNvPr>
          <p:cNvSpPr>
            <a:spLocks xmlns:a="http://schemas.openxmlformats.org/drawingml/2006/main" noGrp="1"/>
          </p:cNvSpPr>
          <p:nvPr/>
        </p:nvSpPr>
        <p:spPr>
          <a:xfrm xmlns:a="http://schemas.openxmlformats.org/drawingml/2006/main">
            <a:off x="10458450" y="4486275"/>
            <a:ext cx="857250" cy="657225"/>
          </a:xfrm>
          <a:prstGeom xmlns:a="http://schemas.openxmlformats.org/drawingml/2006/main" prst="roundRect">
            <a:avLst>
              <a:gd name="adj" fmla="val 14493"/>
            </a:avLst>
          </a:prstGeom>
          <a:solidFill xmlns:a="http://schemas.openxmlformats.org/drawingml/2006/main">
            <a:srgbClr val="E5ECE9"/>
          </a:solidFill>
          <a:ln xmlns:a="http://schemas.openxmlformats.org/drawingml/2006/main" w="0">
            <a:noFill/>
          </a:ln>
        </p:spPr>
        <p:txBody>
          <a:bodyPr xmlns:a="http://schemas.openxmlformats.org/drawingml/2006/main" lIns="152400" tIns="152400" rIns="152400" bIns="152400" anchor="ctr"/>
          <a:lstStyle xmlns:a="http://schemas.openxmlformats.org/drawingml/2006/main">
            <a:defPPr algn="ctr">
              <a:defRPr sz="2250" b="1">
                <a:solidFill>
                  <a:srgbClr val="173C4B"/>
                </a:solidFill>
                <a:latin typeface="Aptos"/>
                <a:ea typeface="Aptos"/>
                <a:cs typeface="Aptos"/>
              </a:defRPr>
            </a:defPPr>
            <a:lvl1pPr algn="ctr">
              <a:defRPr sz="2250" b="1">
                <a:solidFill>
                  <a:srgbClr val="173C4B"/>
                </a:solidFill>
                <a:latin typeface="Aptos"/>
                <a:ea typeface="Aptos"/>
                <a:cs typeface="Aptos"/>
              </a:defRPr>
            </a:lvl1pPr>
            <a:lvl2pPr algn="ctr">
              <a:defRPr sz="2250" b="1">
                <a:solidFill>
                  <a:srgbClr val="173C4B"/>
                </a:solidFill>
                <a:latin typeface="Aptos"/>
                <a:ea typeface="Aptos"/>
                <a:cs typeface="Aptos"/>
              </a:defRPr>
            </a:lvl2pPr>
            <a:lvl3pPr algn="ctr">
              <a:defRPr sz="2250" b="1">
                <a:solidFill>
                  <a:srgbClr val="173C4B"/>
                </a:solidFill>
                <a:latin typeface="Aptos"/>
                <a:ea typeface="Aptos"/>
                <a:cs typeface="Aptos"/>
              </a:defRPr>
            </a:lvl3pPr>
            <a:lvl4pPr algn="ctr">
              <a:defRPr sz="2250" b="1">
                <a:solidFill>
                  <a:srgbClr val="173C4B"/>
                </a:solidFill>
                <a:latin typeface="Aptos"/>
                <a:ea typeface="Aptos"/>
                <a:cs typeface="Aptos"/>
              </a:defRPr>
            </a:lvl4pPr>
            <a:lvl5pPr algn="ctr">
              <a:defRPr sz="2250" b="1">
                <a:solidFill>
                  <a:srgbClr val="173C4B"/>
                </a:solidFill>
                <a:latin typeface="Aptos"/>
                <a:ea typeface="Aptos"/>
                <a:cs typeface="Aptos"/>
              </a:defRPr>
            </a:lvl5pPr>
            <a:lvl6pPr algn="ctr">
              <a:defRPr sz="2250" b="1">
                <a:solidFill>
                  <a:srgbClr val="173C4B"/>
                </a:solidFill>
                <a:latin typeface="Aptos"/>
                <a:ea typeface="Aptos"/>
                <a:cs typeface="Aptos"/>
              </a:defRPr>
            </a:lvl6pPr>
            <a:lvl7pPr algn="ctr">
              <a:defRPr sz="2250" b="1">
                <a:solidFill>
                  <a:srgbClr val="173C4B"/>
                </a:solidFill>
                <a:latin typeface="Aptos"/>
                <a:ea typeface="Aptos"/>
                <a:cs typeface="Aptos"/>
              </a:defRPr>
            </a:lvl7pPr>
            <a:lvl8pPr algn="ctr">
              <a:defRPr sz="2250" b="1">
                <a:solidFill>
                  <a:srgbClr val="173C4B"/>
                </a:solidFill>
                <a:latin typeface="Aptos"/>
                <a:ea typeface="Aptos"/>
                <a:cs typeface="Aptos"/>
              </a:defRPr>
            </a:lvl8pPr>
            <a:lvl9pPr algn="ctr">
              <a:defRPr sz="2250" b="1">
                <a:solidFill>
                  <a:srgbClr val="173C4B"/>
                </a:solidFill>
                <a:latin typeface="Aptos"/>
                <a:ea typeface="Aptos"/>
                <a:cs typeface="Aptos"/>
              </a:defRPr>
            </a:lvl9pPr>
          </a:lstStyle>
          <a:p xmlns:a="http://schemas.openxmlformats.org/drawingml/2006/main">
            <a:pPr algn="ctr">
              <a:defRPr sz="2250" b="1">
                <a:solidFill>
                  <a:srgbClr val="173C4B"/>
                </a:solidFill>
                <a:latin typeface="Aptos"/>
                <a:ea typeface="Aptos"/>
                <a:cs typeface="Aptos"/>
              </a:defRPr>
            </a:pPr>
            <a:r>
              <a:rPr sz="2250" b="1">
                <a:solidFill>
                  <a:srgbClr val="173C4B"/>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87C9284D-2296-4DEB-831E-0BEFBF20A98B}"/>
              </a:ext>
            </a:extLst>
          </p:cNvPr>
          <p:cNvSpPr>
            <a:spLocks xmlns:a="http://schemas.openxmlformats.org/drawingml/2006/main" noGrp="1"/>
          </p:cNvSpPr>
          <p:nvPr/>
        </p:nvSpPr>
        <p:spPr>
          <a:xfrm xmlns:a="http://schemas.openxmlformats.org/drawingml/2006/main">
            <a:off x="10458450" y="522922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5A6F76"/>
                </a:solidFill>
                <a:latin typeface="Aptos"/>
                <a:ea typeface="Aptos"/>
                <a:cs typeface="Aptos"/>
              </a:defRPr>
            </a:defPPr>
            <a:lvl1pPr algn="ctr">
              <a:defRPr sz="1425" b="0">
                <a:solidFill>
                  <a:srgbClr val="5A6F76"/>
                </a:solidFill>
                <a:latin typeface="Aptos"/>
                <a:ea typeface="Aptos"/>
                <a:cs typeface="Aptos"/>
              </a:defRPr>
            </a:lvl1pPr>
            <a:lvl2pPr algn="ctr">
              <a:defRPr sz="1425" b="0">
                <a:solidFill>
                  <a:srgbClr val="5A6F76"/>
                </a:solidFill>
                <a:latin typeface="Aptos"/>
                <a:ea typeface="Aptos"/>
                <a:cs typeface="Aptos"/>
              </a:defRPr>
            </a:lvl2pPr>
            <a:lvl3pPr algn="ctr">
              <a:defRPr sz="1425" b="0">
                <a:solidFill>
                  <a:srgbClr val="5A6F76"/>
                </a:solidFill>
                <a:latin typeface="Aptos"/>
                <a:ea typeface="Aptos"/>
                <a:cs typeface="Aptos"/>
              </a:defRPr>
            </a:lvl3pPr>
            <a:lvl4pPr algn="ctr">
              <a:defRPr sz="1425" b="0">
                <a:solidFill>
                  <a:srgbClr val="5A6F76"/>
                </a:solidFill>
                <a:latin typeface="Aptos"/>
                <a:ea typeface="Aptos"/>
                <a:cs typeface="Aptos"/>
              </a:defRPr>
            </a:lvl4pPr>
            <a:lvl5pPr algn="ctr">
              <a:defRPr sz="1425" b="0">
                <a:solidFill>
                  <a:srgbClr val="5A6F76"/>
                </a:solidFill>
                <a:latin typeface="Aptos"/>
                <a:ea typeface="Aptos"/>
                <a:cs typeface="Aptos"/>
              </a:defRPr>
            </a:lvl5pPr>
            <a:lvl6pPr algn="ctr">
              <a:defRPr sz="1425" b="0">
                <a:solidFill>
                  <a:srgbClr val="5A6F76"/>
                </a:solidFill>
                <a:latin typeface="Aptos"/>
                <a:ea typeface="Aptos"/>
                <a:cs typeface="Aptos"/>
              </a:defRPr>
            </a:lvl6pPr>
            <a:lvl7pPr algn="ctr">
              <a:defRPr sz="1425" b="0">
                <a:solidFill>
                  <a:srgbClr val="5A6F76"/>
                </a:solidFill>
                <a:latin typeface="Aptos"/>
                <a:ea typeface="Aptos"/>
                <a:cs typeface="Aptos"/>
              </a:defRPr>
            </a:lvl7pPr>
            <a:lvl8pPr algn="ctr">
              <a:defRPr sz="1425" b="0">
                <a:solidFill>
                  <a:srgbClr val="5A6F76"/>
                </a:solidFill>
                <a:latin typeface="Aptos"/>
                <a:ea typeface="Aptos"/>
                <a:cs typeface="Aptos"/>
              </a:defRPr>
            </a:lvl8pPr>
            <a:lvl9pPr algn="ctr">
              <a:defRPr sz="1425" b="0">
                <a:solidFill>
                  <a:srgbClr val="5A6F76"/>
                </a:solidFill>
                <a:latin typeface="Aptos"/>
                <a:ea typeface="Aptos"/>
                <a:cs typeface="Aptos"/>
              </a:defRPr>
            </a:lvl9pPr>
          </a:lstStyle>
          <a:p xmlns:a="http://schemas.openxmlformats.org/drawingml/2006/main">
            <a:pPr algn="ctr">
              <a:defRPr sz="1425" b="0">
                <a:solidFill>
                  <a:srgbClr val="5A6F76"/>
                </a:solidFill>
                <a:latin typeface="Aptos"/>
                <a:ea typeface="Aptos"/>
                <a:cs typeface="Aptos"/>
              </a:defRPr>
            </a:pPr>
            <a:r>
              <a:rPr sz="1425" b="0">
                <a:solidFill>
                  <a:srgbClr val="5A6F76"/>
                </a:solidFill>
                <a:latin typeface="Aptos"/>
                <a:ea typeface="Aptos"/>
                <a:cs typeface="Aptos"/>
              </a:rPr>
              <a:t>Fold 5</a:t>
            </a:r>
          </a:p>
        </p:txBody>
      </p:sp>
      <p:sp>
        <p:nvSpPr>
          <p:cNvPr id="26" name="">
            <a:extLst xmlns:a="http://schemas.openxmlformats.org/drawingml/2006/main">
              <a:ext uri="{FF2B5EF4-FFF2-40B4-BE49-F238E27FC236}">
                <a16:creationId xmlns:a16="http://schemas.microsoft.com/office/drawing/2014/main" id="{E788B716-A0B9-4D43-89AD-94A9EDB6309D}"/>
              </a:ext>
            </a:extLst>
          </p:cNvPr>
          <p:cNvSpPr>
            <a:spLocks xmlns:a="http://schemas.openxmlformats.org/drawingml/2006/main" noGrp="1"/>
          </p:cNvSpPr>
          <p:nvPr/>
        </p:nvSpPr>
        <p:spPr>
          <a:xfrm xmlns:a="http://schemas.openxmlformats.org/drawingml/2006/main">
            <a:off x="6429375" y="570547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7775D"/>
                </a:solidFill>
                <a:latin typeface="Aptos"/>
                <a:ea typeface="Aptos"/>
                <a:cs typeface="Aptos"/>
              </a:defRPr>
            </a:defPPr>
            <a:lvl1pPr algn="l">
              <a:defRPr sz="1800" b="1">
                <a:solidFill>
                  <a:srgbClr val="27775D"/>
                </a:solidFill>
                <a:latin typeface="Aptos"/>
                <a:ea typeface="Aptos"/>
                <a:cs typeface="Aptos"/>
              </a:defRPr>
            </a:lvl1pPr>
            <a:lvl2pPr algn="l">
              <a:defRPr sz="1800" b="1">
                <a:solidFill>
                  <a:srgbClr val="27775D"/>
                </a:solidFill>
                <a:latin typeface="Aptos"/>
                <a:ea typeface="Aptos"/>
                <a:cs typeface="Aptos"/>
              </a:defRPr>
            </a:lvl2pPr>
            <a:lvl3pPr algn="l">
              <a:defRPr sz="1800" b="1">
                <a:solidFill>
                  <a:srgbClr val="27775D"/>
                </a:solidFill>
                <a:latin typeface="Aptos"/>
                <a:ea typeface="Aptos"/>
                <a:cs typeface="Aptos"/>
              </a:defRPr>
            </a:lvl3pPr>
            <a:lvl4pPr algn="l">
              <a:defRPr sz="1800" b="1">
                <a:solidFill>
                  <a:srgbClr val="27775D"/>
                </a:solidFill>
                <a:latin typeface="Aptos"/>
                <a:ea typeface="Aptos"/>
                <a:cs typeface="Aptos"/>
              </a:defRPr>
            </a:lvl4pPr>
            <a:lvl5pPr algn="l">
              <a:defRPr sz="1800" b="1">
                <a:solidFill>
                  <a:srgbClr val="27775D"/>
                </a:solidFill>
                <a:latin typeface="Aptos"/>
                <a:ea typeface="Aptos"/>
                <a:cs typeface="Aptos"/>
              </a:defRPr>
            </a:lvl5pPr>
            <a:lvl6pPr algn="l">
              <a:defRPr sz="1800" b="1">
                <a:solidFill>
                  <a:srgbClr val="27775D"/>
                </a:solidFill>
                <a:latin typeface="Aptos"/>
                <a:ea typeface="Aptos"/>
                <a:cs typeface="Aptos"/>
              </a:defRPr>
            </a:lvl6pPr>
            <a:lvl7pPr algn="l">
              <a:defRPr sz="1800" b="1">
                <a:solidFill>
                  <a:srgbClr val="27775D"/>
                </a:solidFill>
                <a:latin typeface="Aptos"/>
                <a:ea typeface="Aptos"/>
                <a:cs typeface="Aptos"/>
              </a:defRPr>
            </a:lvl7pPr>
            <a:lvl8pPr algn="l">
              <a:defRPr sz="1800" b="1">
                <a:solidFill>
                  <a:srgbClr val="27775D"/>
                </a:solidFill>
                <a:latin typeface="Aptos"/>
                <a:ea typeface="Aptos"/>
                <a:cs typeface="Aptos"/>
              </a:defRPr>
            </a:lvl8pPr>
            <a:lvl9pPr algn="l">
              <a:defRPr sz="1800" b="1">
                <a:solidFill>
                  <a:srgbClr val="27775D"/>
                </a:solidFill>
                <a:latin typeface="Aptos"/>
                <a:ea typeface="Aptos"/>
                <a:cs typeface="Aptos"/>
              </a:defRPr>
            </a:lvl9pPr>
          </a:lstStyle>
          <a:p xmlns:a="http://schemas.openxmlformats.org/drawingml/2006/main">
            <a:pPr algn="l">
              <a:defRPr sz="1800" b="1">
                <a:solidFill>
                  <a:srgbClr val="27775D"/>
                </a:solidFill>
                <a:latin typeface="Aptos"/>
                <a:ea typeface="Aptos"/>
                <a:cs typeface="Aptos"/>
              </a:defRPr>
            </a:pPr>
            <a:r>
              <a:rPr sz="1800" b="1">
                <a:solidFill>
                  <a:srgbClr val="27775D"/>
                </a:solidFill>
                <a:latin typeface="Aptos"/>
                <a:ea typeface="Aptos"/>
                <a:cs typeface="Aptos"/>
              </a:rPr>
              <a:t>Every station is unseen once per seed.</a:t>
            </a:r>
          </a:p>
        </p:txBody>
      </p:sp>
    </p:spTree>
    <p:extLst>
      <p:ext uri="{BB962C8B-B14F-4D97-AF65-F5344CB8AC3E}">
        <p14:creationId xmlns:p14="http://schemas.microsoft.com/office/powerpoint/2010/main" val="1715155947"/>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FBE8CE6-9DBC-42B5-8440-CEB278D92985}"/>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Trust weighting does not outperform FedAvg here</a:t>
            </a:r>
          </a:p>
        </p:txBody>
      </p:sp>
      <p:sp>
        <p:nvSpPr>
          <p:cNvPr id="2" name="">
            <a:extLst xmlns:a="http://schemas.openxmlformats.org/drawingml/2006/main">
              <a:ext uri="{FF2B5EF4-FFF2-40B4-BE49-F238E27FC236}">
                <a16:creationId xmlns:a16="http://schemas.microsoft.com/office/drawing/2014/main" id="{FEC21889-5FBB-413A-95A7-E20A62F2DC8B}"/>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Unseen-station cross-validation · lower RMSE is better · units: µg/m³</a:t>
            </a:r>
          </a:p>
        </p:txBody>
      </p:sp>
      <p:sp>
        <p:nvSpPr>
          <p:cNvPr id="3" name="">
            <a:extLst xmlns:a="http://schemas.openxmlformats.org/drawingml/2006/main">
              <a:ext uri="{FF2B5EF4-FFF2-40B4-BE49-F238E27FC236}">
                <a16:creationId xmlns:a16="http://schemas.microsoft.com/office/drawing/2014/main" id="{A3FA0144-3240-45E7-B352-75755942DFE2}"/>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3059C932-12E5-4CA8-9F98-15963AD5E255}"/>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08</a:t>
            </a:r>
          </a:p>
        </p:txBody>
      </p:sp>
      <p:graphicFrame>
        <p:nvGraphicFramePr>
          <p:cNvPr id="5" name="Chart">
            <a:extLst xmlns:a="http://schemas.openxmlformats.org/drawingml/2006/main">
              <a:ext uri="{FF2B5EF4-FFF2-40B4-BE49-F238E27FC236}">
                <a16:creationId xmlns:a16="http://schemas.microsoft.com/office/drawing/2014/main" id="{1B24D61E-E222-4312-9C4C-87AD2B4B6639}"/>
              </a:ext>
            </a:extLst>
          </p:cNvPr>
          <p:cNvGraphicFramePr/>
          <p:nvPr/>
        </p:nvGraphicFramePr>
        <p:xfrm>
          <a:off xmlns:a="http://schemas.openxmlformats.org/drawingml/2006/main" x="609600" y="1981200"/>
          <a:ext xmlns:a="http://schemas.openxmlformats.org/drawingml/2006/main" cx="7181850" cy="3600450"/>
        </p:xfrm>
        <a:graphic xmlns:a="http://schemas.openxmlformats.org/drawingml/2006/main">
          <a:graphicData uri="http://schemas.openxmlformats.org/drawingml/2006/chart">
            <c:chart xmlns:r="http://schemas.openxmlformats.org/officeDocument/2006/relationships" xmlns:c="http://schemas.openxmlformats.org/drawingml/2006/chart" r:id="R5238ba4751004db5"/>
          </a:graphicData>
        </a:graphic>
      </p:graphicFrame>
      <p:sp>
        <p:nvSpPr>
          <p:cNvPr id="6" name="">
            <a:extLst xmlns:a="http://schemas.openxmlformats.org/drawingml/2006/main">
              <a:ext uri="{FF2B5EF4-FFF2-40B4-BE49-F238E27FC236}">
                <a16:creationId xmlns:a16="http://schemas.microsoft.com/office/drawing/2014/main" id="{D08D841E-3CF6-4384-BB57-2CC2EA29087F}"/>
              </a:ext>
            </a:extLst>
          </p:cNvPr>
          <p:cNvSpPr>
            <a:spLocks xmlns:a="http://schemas.openxmlformats.org/drawingml/2006/main" noGrp="1"/>
          </p:cNvSpPr>
          <p:nvPr/>
        </p:nvSpPr>
        <p:spPr>
          <a:xfrm xmlns:a="http://schemas.openxmlformats.org/drawingml/2006/main">
            <a:off x="8305800" y="2047875"/>
            <a:ext cx="3257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73C4B"/>
                </a:solidFill>
                <a:latin typeface="Aptos"/>
                <a:ea typeface="Aptos"/>
                <a:cs typeface="Aptos"/>
              </a:defRPr>
            </a:defPPr>
            <a:lvl1pPr algn="l">
              <a:defRPr sz="2100" b="1">
                <a:solidFill>
                  <a:srgbClr val="173C4B"/>
                </a:solidFill>
                <a:latin typeface="Aptos"/>
                <a:ea typeface="Aptos"/>
                <a:cs typeface="Aptos"/>
              </a:defRPr>
            </a:lvl1pPr>
            <a:lvl2pPr algn="l">
              <a:defRPr sz="2100" b="1">
                <a:solidFill>
                  <a:srgbClr val="173C4B"/>
                </a:solidFill>
                <a:latin typeface="Aptos"/>
                <a:ea typeface="Aptos"/>
                <a:cs typeface="Aptos"/>
              </a:defRPr>
            </a:lvl2pPr>
            <a:lvl3pPr algn="l">
              <a:defRPr sz="2100" b="1">
                <a:solidFill>
                  <a:srgbClr val="173C4B"/>
                </a:solidFill>
                <a:latin typeface="Aptos"/>
                <a:ea typeface="Aptos"/>
                <a:cs typeface="Aptos"/>
              </a:defRPr>
            </a:lvl3pPr>
            <a:lvl4pPr algn="l">
              <a:defRPr sz="2100" b="1">
                <a:solidFill>
                  <a:srgbClr val="173C4B"/>
                </a:solidFill>
                <a:latin typeface="Aptos"/>
                <a:ea typeface="Aptos"/>
                <a:cs typeface="Aptos"/>
              </a:defRPr>
            </a:lvl4pPr>
            <a:lvl5pPr algn="l">
              <a:defRPr sz="2100" b="1">
                <a:solidFill>
                  <a:srgbClr val="173C4B"/>
                </a:solidFill>
                <a:latin typeface="Aptos"/>
                <a:ea typeface="Aptos"/>
                <a:cs typeface="Aptos"/>
              </a:defRPr>
            </a:lvl5pPr>
            <a:lvl6pPr algn="l">
              <a:defRPr sz="2100" b="1">
                <a:solidFill>
                  <a:srgbClr val="173C4B"/>
                </a:solidFill>
                <a:latin typeface="Aptos"/>
                <a:ea typeface="Aptos"/>
                <a:cs typeface="Aptos"/>
              </a:defRPr>
            </a:lvl6pPr>
            <a:lvl7pPr algn="l">
              <a:defRPr sz="2100" b="1">
                <a:solidFill>
                  <a:srgbClr val="173C4B"/>
                </a:solidFill>
                <a:latin typeface="Aptos"/>
                <a:ea typeface="Aptos"/>
                <a:cs typeface="Aptos"/>
              </a:defRPr>
            </a:lvl7pPr>
            <a:lvl8pPr algn="l">
              <a:defRPr sz="2100" b="1">
                <a:solidFill>
                  <a:srgbClr val="173C4B"/>
                </a:solidFill>
                <a:latin typeface="Aptos"/>
                <a:ea typeface="Aptos"/>
                <a:cs typeface="Aptos"/>
              </a:defRPr>
            </a:lvl8pPr>
            <a:lvl9pPr algn="l">
              <a:defRPr sz="2100" b="1">
                <a:solidFill>
                  <a:srgbClr val="173C4B"/>
                </a:solidFill>
                <a:latin typeface="Aptos"/>
                <a:ea typeface="Aptos"/>
                <a:cs typeface="Aptos"/>
              </a:defRPr>
            </a:lvl9pPr>
          </a:lstStyle>
          <a:p xmlns:a="http://schemas.openxmlformats.org/drawingml/2006/main">
            <a:pPr algn="l">
              <a:defRPr sz="2100" b="1">
                <a:solidFill>
                  <a:srgbClr val="173C4B"/>
                </a:solidFill>
                <a:latin typeface="Aptos"/>
                <a:ea typeface="Aptos"/>
                <a:cs typeface="Aptos"/>
              </a:defRPr>
            </a:pPr>
            <a:r>
              <a:rPr sz="2100" b="1">
                <a:solidFill>
                  <a:srgbClr val="173C4B"/>
                </a:solidFill>
                <a:latin typeface="Aptos"/>
                <a:ea typeface="Aptos"/>
                <a:cs typeface="Aptos"/>
              </a:rPr>
              <a:t>Run variability</a:t>
            </a:r>
          </a:p>
        </p:txBody>
      </p:sp>
      <p:sp>
        <p:nvSpPr>
          <p:cNvPr id="7" name="">
            <a:extLst xmlns:a="http://schemas.openxmlformats.org/drawingml/2006/main">
              <a:ext uri="{FF2B5EF4-FFF2-40B4-BE49-F238E27FC236}">
                <a16:creationId xmlns:a16="http://schemas.microsoft.com/office/drawing/2014/main" id="{0702F110-DB67-4952-B812-80FE0279A4A8}"/>
              </a:ext>
            </a:extLst>
          </p:cNvPr>
          <p:cNvSpPr>
            <a:spLocks xmlns:a="http://schemas.openxmlformats.org/drawingml/2006/main" noGrp="1"/>
          </p:cNvSpPr>
          <p:nvPr/>
        </p:nvSpPr>
        <p:spPr>
          <a:xfrm xmlns:a="http://schemas.openxmlformats.org/drawingml/2006/main">
            <a:off x="8315325" y="26860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FedAvg</a:t>
            </a:r>
          </a:p>
        </p:txBody>
      </p:sp>
      <p:sp>
        <p:nvSpPr>
          <p:cNvPr id="8" name="">
            <a:extLst xmlns:a="http://schemas.openxmlformats.org/drawingml/2006/main">
              <a:ext uri="{FF2B5EF4-FFF2-40B4-BE49-F238E27FC236}">
                <a16:creationId xmlns:a16="http://schemas.microsoft.com/office/drawing/2014/main" id="{1B55C2B0-15C1-477A-A22C-0377D818DC81}"/>
              </a:ext>
            </a:extLst>
          </p:cNvPr>
          <p:cNvSpPr>
            <a:spLocks xmlns:a="http://schemas.openxmlformats.org/drawingml/2006/main" noGrp="1"/>
          </p:cNvSpPr>
          <p:nvPr/>
        </p:nvSpPr>
        <p:spPr>
          <a:xfrm xmlns:a="http://schemas.openxmlformats.org/drawingml/2006/main">
            <a:off x="10096500" y="2676525"/>
            <a:ext cx="1438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875" b="1">
                <a:solidFill>
                  <a:srgbClr val="173C4B"/>
                </a:solidFill>
                <a:latin typeface="Aptos"/>
                <a:ea typeface="Aptos"/>
                <a:cs typeface="Aptos"/>
              </a:defRPr>
            </a:defPPr>
            <a:lvl1pPr algn="r">
              <a:defRPr sz="1875" b="1">
                <a:solidFill>
                  <a:srgbClr val="173C4B"/>
                </a:solidFill>
                <a:latin typeface="Aptos"/>
                <a:ea typeface="Aptos"/>
                <a:cs typeface="Aptos"/>
              </a:defRPr>
            </a:lvl1pPr>
            <a:lvl2pPr algn="r">
              <a:defRPr sz="1875" b="1">
                <a:solidFill>
                  <a:srgbClr val="173C4B"/>
                </a:solidFill>
                <a:latin typeface="Aptos"/>
                <a:ea typeface="Aptos"/>
                <a:cs typeface="Aptos"/>
              </a:defRPr>
            </a:lvl2pPr>
            <a:lvl3pPr algn="r">
              <a:defRPr sz="1875" b="1">
                <a:solidFill>
                  <a:srgbClr val="173C4B"/>
                </a:solidFill>
                <a:latin typeface="Aptos"/>
                <a:ea typeface="Aptos"/>
                <a:cs typeface="Aptos"/>
              </a:defRPr>
            </a:lvl3pPr>
            <a:lvl4pPr algn="r">
              <a:defRPr sz="1875" b="1">
                <a:solidFill>
                  <a:srgbClr val="173C4B"/>
                </a:solidFill>
                <a:latin typeface="Aptos"/>
                <a:ea typeface="Aptos"/>
                <a:cs typeface="Aptos"/>
              </a:defRPr>
            </a:lvl4pPr>
            <a:lvl5pPr algn="r">
              <a:defRPr sz="1875" b="1">
                <a:solidFill>
                  <a:srgbClr val="173C4B"/>
                </a:solidFill>
                <a:latin typeface="Aptos"/>
                <a:ea typeface="Aptos"/>
                <a:cs typeface="Aptos"/>
              </a:defRPr>
            </a:lvl5pPr>
            <a:lvl6pPr algn="r">
              <a:defRPr sz="1875" b="1">
                <a:solidFill>
                  <a:srgbClr val="173C4B"/>
                </a:solidFill>
                <a:latin typeface="Aptos"/>
                <a:ea typeface="Aptos"/>
                <a:cs typeface="Aptos"/>
              </a:defRPr>
            </a:lvl6pPr>
            <a:lvl7pPr algn="r">
              <a:defRPr sz="1875" b="1">
                <a:solidFill>
                  <a:srgbClr val="173C4B"/>
                </a:solidFill>
                <a:latin typeface="Aptos"/>
                <a:ea typeface="Aptos"/>
                <a:cs typeface="Aptos"/>
              </a:defRPr>
            </a:lvl7pPr>
            <a:lvl8pPr algn="r">
              <a:defRPr sz="1875" b="1">
                <a:solidFill>
                  <a:srgbClr val="173C4B"/>
                </a:solidFill>
                <a:latin typeface="Aptos"/>
                <a:ea typeface="Aptos"/>
                <a:cs typeface="Aptos"/>
              </a:defRPr>
            </a:lvl8pPr>
            <a:lvl9pPr algn="r">
              <a:defRPr sz="1875" b="1">
                <a:solidFill>
                  <a:srgbClr val="173C4B"/>
                </a:solidFill>
                <a:latin typeface="Aptos"/>
                <a:ea typeface="Aptos"/>
                <a:cs typeface="Aptos"/>
              </a:defRPr>
            </a:lvl9pPr>
          </a:lstStyle>
          <a:p xmlns:a="http://schemas.openxmlformats.org/drawingml/2006/main">
            <a:pPr algn="r">
              <a:defRPr sz="1875" b="1">
                <a:solidFill>
                  <a:srgbClr val="173C4B"/>
                </a:solidFill>
                <a:latin typeface="Aptos"/>
                <a:ea typeface="Aptos"/>
                <a:cs typeface="Aptos"/>
              </a:defRPr>
            </a:pPr>
            <a:r>
              <a:rPr sz="1875" b="1">
                <a:solidFill>
                  <a:srgbClr val="173C4B"/>
                </a:solidFill>
                <a:latin typeface="Aptos"/>
                <a:ea typeface="Aptos"/>
                <a:cs typeface="Aptos"/>
              </a:rPr>
              <a:t>± 12.11</a:t>
            </a:r>
          </a:p>
        </p:txBody>
      </p:sp>
      <p:sp>
        <p:nvSpPr>
          <p:cNvPr id="9" name="">
            <a:extLst xmlns:a="http://schemas.openxmlformats.org/drawingml/2006/main">
              <a:ext uri="{FF2B5EF4-FFF2-40B4-BE49-F238E27FC236}">
                <a16:creationId xmlns:a16="http://schemas.microsoft.com/office/drawing/2014/main" id="{DA9596AE-9266-418C-888D-EA60AAADFA01}"/>
              </a:ext>
            </a:extLst>
          </p:cNvPr>
          <p:cNvSpPr>
            <a:spLocks xmlns:a="http://schemas.openxmlformats.org/drawingml/2006/main" noGrp="1"/>
          </p:cNvSpPr>
          <p:nvPr/>
        </p:nvSpPr>
        <p:spPr>
          <a:xfrm xmlns:a="http://schemas.openxmlformats.org/drawingml/2006/main">
            <a:off x="8315325" y="3352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Trust FL</a:t>
            </a:r>
          </a:p>
        </p:txBody>
      </p:sp>
      <p:sp>
        <p:nvSpPr>
          <p:cNvPr id="10" name="">
            <a:extLst xmlns:a="http://schemas.openxmlformats.org/drawingml/2006/main">
              <a:ext uri="{FF2B5EF4-FFF2-40B4-BE49-F238E27FC236}">
                <a16:creationId xmlns:a16="http://schemas.microsoft.com/office/drawing/2014/main" id="{E735D939-6AC3-45D8-824C-AAAB7681DCF7}"/>
              </a:ext>
            </a:extLst>
          </p:cNvPr>
          <p:cNvSpPr>
            <a:spLocks xmlns:a="http://schemas.openxmlformats.org/drawingml/2006/main" noGrp="1"/>
          </p:cNvSpPr>
          <p:nvPr/>
        </p:nvSpPr>
        <p:spPr>
          <a:xfrm xmlns:a="http://schemas.openxmlformats.org/drawingml/2006/main">
            <a:off x="10096500" y="3343275"/>
            <a:ext cx="1438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875" b="1">
                <a:solidFill>
                  <a:srgbClr val="173C4B"/>
                </a:solidFill>
                <a:latin typeface="Aptos"/>
                <a:ea typeface="Aptos"/>
                <a:cs typeface="Aptos"/>
              </a:defRPr>
            </a:defPPr>
            <a:lvl1pPr algn="r">
              <a:defRPr sz="1875" b="1">
                <a:solidFill>
                  <a:srgbClr val="173C4B"/>
                </a:solidFill>
                <a:latin typeface="Aptos"/>
                <a:ea typeface="Aptos"/>
                <a:cs typeface="Aptos"/>
              </a:defRPr>
            </a:lvl1pPr>
            <a:lvl2pPr algn="r">
              <a:defRPr sz="1875" b="1">
                <a:solidFill>
                  <a:srgbClr val="173C4B"/>
                </a:solidFill>
                <a:latin typeface="Aptos"/>
                <a:ea typeface="Aptos"/>
                <a:cs typeface="Aptos"/>
              </a:defRPr>
            </a:lvl2pPr>
            <a:lvl3pPr algn="r">
              <a:defRPr sz="1875" b="1">
                <a:solidFill>
                  <a:srgbClr val="173C4B"/>
                </a:solidFill>
                <a:latin typeface="Aptos"/>
                <a:ea typeface="Aptos"/>
                <a:cs typeface="Aptos"/>
              </a:defRPr>
            </a:lvl3pPr>
            <a:lvl4pPr algn="r">
              <a:defRPr sz="1875" b="1">
                <a:solidFill>
                  <a:srgbClr val="173C4B"/>
                </a:solidFill>
                <a:latin typeface="Aptos"/>
                <a:ea typeface="Aptos"/>
                <a:cs typeface="Aptos"/>
              </a:defRPr>
            </a:lvl4pPr>
            <a:lvl5pPr algn="r">
              <a:defRPr sz="1875" b="1">
                <a:solidFill>
                  <a:srgbClr val="173C4B"/>
                </a:solidFill>
                <a:latin typeface="Aptos"/>
                <a:ea typeface="Aptos"/>
                <a:cs typeface="Aptos"/>
              </a:defRPr>
            </a:lvl5pPr>
            <a:lvl6pPr algn="r">
              <a:defRPr sz="1875" b="1">
                <a:solidFill>
                  <a:srgbClr val="173C4B"/>
                </a:solidFill>
                <a:latin typeface="Aptos"/>
                <a:ea typeface="Aptos"/>
                <a:cs typeface="Aptos"/>
              </a:defRPr>
            </a:lvl6pPr>
            <a:lvl7pPr algn="r">
              <a:defRPr sz="1875" b="1">
                <a:solidFill>
                  <a:srgbClr val="173C4B"/>
                </a:solidFill>
                <a:latin typeface="Aptos"/>
                <a:ea typeface="Aptos"/>
                <a:cs typeface="Aptos"/>
              </a:defRPr>
            </a:lvl7pPr>
            <a:lvl8pPr algn="r">
              <a:defRPr sz="1875" b="1">
                <a:solidFill>
                  <a:srgbClr val="173C4B"/>
                </a:solidFill>
                <a:latin typeface="Aptos"/>
                <a:ea typeface="Aptos"/>
                <a:cs typeface="Aptos"/>
              </a:defRPr>
            </a:lvl8pPr>
            <a:lvl9pPr algn="r">
              <a:defRPr sz="1875" b="1">
                <a:solidFill>
                  <a:srgbClr val="173C4B"/>
                </a:solidFill>
                <a:latin typeface="Aptos"/>
                <a:ea typeface="Aptos"/>
                <a:cs typeface="Aptos"/>
              </a:defRPr>
            </a:lvl9pPr>
          </a:lstStyle>
          <a:p xmlns:a="http://schemas.openxmlformats.org/drawingml/2006/main">
            <a:pPr algn="r">
              <a:defRPr sz="1875" b="1">
                <a:solidFill>
                  <a:srgbClr val="173C4B"/>
                </a:solidFill>
                <a:latin typeface="Aptos"/>
                <a:ea typeface="Aptos"/>
                <a:cs typeface="Aptos"/>
              </a:defRPr>
            </a:pPr>
            <a:r>
              <a:rPr sz="1875" b="1">
                <a:solidFill>
                  <a:srgbClr val="173C4B"/>
                </a:solidFill>
                <a:latin typeface="Aptos"/>
                <a:ea typeface="Aptos"/>
                <a:cs typeface="Aptos"/>
              </a:rPr>
              <a:t>± 11.35</a:t>
            </a:r>
          </a:p>
        </p:txBody>
      </p:sp>
      <p:sp>
        <p:nvSpPr>
          <p:cNvPr id="11" name="">
            <a:extLst xmlns:a="http://schemas.openxmlformats.org/drawingml/2006/main">
              <a:ext uri="{FF2B5EF4-FFF2-40B4-BE49-F238E27FC236}">
                <a16:creationId xmlns:a16="http://schemas.microsoft.com/office/drawing/2014/main" id="{0A7CD7FE-877F-471C-B1A4-36F21F4F5B19}"/>
              </a:ext>
            </a:extLst>
          </p:cNvPr>
          <p:cNvSpPr>
            <a:spLocks xmlns:a="http://schemas.openxmlformats.org/drawingml/2006/main" noGrp="1"/>
          </p:cNvSpPr>
          <p:nvPr/>
        </p:nvSpPr>
        <p:spPr>
          <a:xfrm xmlns:a="http://schemas.openxmlformats.org/drawingml/2006/main">
            <a:off x="8315325" y="4019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Centralized</a:t>
            </a:r>
          </a:p>
        </p:txBody>
      </p:sp>
      <p:sp>
        <p:nvSpPr>
          <p:cNvPr id="12" name="">
            <a:extLst xmlns:a="http://schemas.openxmlformats.org/drawingml/2006/main">
              <a:ext uri="{FF2B5EF4-FFF2-40B4-BE49-F238E27FC236}">
                <a16:creationId xmlns:a16="http://schemas.microsoft.com/office/drawing/2014/main" id="{60874357-97D7-460B-8ACD-3EB01CAE92F9}"/>
              </a:ext>
            </a:extLst>
          </p:cNvPr>
          <p:cNvSpPr>
            <a:spLocks xmlns:a="http://schemas.openxmlformats.org/drawingml/2006/main" noGrp="1"/>
          </p:cNvSpPr>
          <p:nvPr/>
        </p:nvSpPr>
        <p:spPr>
          <a:xfrm xmlns:a="http://schemas.openxmlformats.org/drawingml/2006/main">
            <a:off x="10096500" y="4010025"/>
            <a:ext cx="1438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875" b="1">
                <a:solidFill>
                  <a:srgbClr val="173C4B"/>
                </a:solidFill>
                <a:latin typeface="Aptos"/>
                <a:ea typeface="Aptos"/>
                <a:cs typeface="Aptos"/>
              </a:defRPr>
            </a:defPPr>
            <a:lvl1pPr algn="r">
              <a:defRPr sz="1875" b="1">
                <a:solidFill>
                  <a:srgbClr val="173C4B"/>
                </a:solidFill>
                <a:latin typeface="Aptos"/>
                <a:ea typeface="Aptos"/>
                <a:cs typeface="Aptos"/>
              </a:defRPr>
            </a:lvl1pPr>
            <a:lvl2pPr algn="r">
              <a:defRPr sz="1875" b="1">
                <a:solidFill>
                  <a:srgbClr val="173C4B"/>
                </a:solidFill>
                <a:latin typeface="Aptos"/>
                <a:ea typeface="Aptos"/>
                <a:cs typeface="Aptos"/>
              </a:defRPr>
            </a:lvl2pPr>
            <a:lvl3pPr algn="r">
              <a:defRPr sz="1875" b="1">
                <a:solidFill>
                  <a:srgbClr val="173C4B"/>
                </a:solidFill>
                <a:latin typeface="Aptos"/>
                <a:ea typeface="Aptos"/>
                <a:cs typeface="Aptos"/>
              </a:defRPr>
            </a:lvl3pPr>
            <a:lvl4pPr algn="r">
              <a:defRPr sz="1875" b="1">
                <a:solidFill>
                  <a:srgbClr val="173C4B"/>
                </a:solidFill>
                <a:latin typeface="Aptos"/>
                <a:ea typeface="Aptos"/>
                <a:cs typeface="Aptos"/>
              </a:defRPr>
            </a:lvl4pPr>
            <a:lvl5pPr algn="r">
              <a:defRPr sz="1875" b="1">
                <a:solidFill>
                  <a:srgbClr val="173C4B"/>
                </a:solidFill>
                <a:latin typeface="Aptos"/>
                <a:ea typeface="Aptos"/>
                <a:cs typeface="Aptos"/>
              </a:defRPr>
            </a:lvl5pPr>
            <a:lvl6pPr algn="r">
              <a:defRPr sz="1875" b="1">
                <a:solidFill>
                  <a:srgbClr val="173C4B"/>
                </a:solidFill>
                <a:latin typeface="Aptos"/>
                <a:ea typeface="Aptos"/>
                <a:cs typeface="Aptos"/>
              </a:defRPr>
            </a:lvl6pPr>
            <a:lvl7pPr algn="r">
              <a:defRPr sz="1875" b="1">
                <a:solidFill>
                  <a:srgbClr val="173C4B"/>
                </a:solidFill>
                <a:latin typeface="Aptos"/>
                <a:ea typeface="Aptos"/>
                <a:cs typeface="Aptos"/>
              </a:defRPr>
            </a:lvl7pPr>
            <a:lvl8pPr algn="r">
              <a:defRPr sz="1875" b="1">
                <a:solidFill>
                  <a:srgbClr val="173C4B"/>
                </a:solidFill>
                <a:latin typeface="Aptos"/>
                <a:ea typeface="Aptos"/>
                <a:cs typeface="Aptos"/>
              </a:defRPr>
            </a:lvl8pPr>
            <a:lvl9pPr algn="r">
              <a:defRPr sz="1875" b="1">
                <a:solidFill>
                  <a:srgbClr val="173C4B"/>
                </a:solidFill>
                <a:latin typeface="Aptos"/>
                <a:ea typeface="Aptos"/>
                <a:cs typeface="Aptos"/>
              </a:defRPr>
            </a:lvl9pPr>
          </a:lstStyle>
          <a:p xmlns:a="http://schemas.openxmlformats.org/drawingml/2006/main">
            <a:pPr algn="r">
              <a:defRPr sz="1875" b="1">
                <a:solidFill>
                  <a:srgbClr val="173C4B"/>
                </a:solidFill>
                <a:latin typeface="Aptos"/>
                <a:ea typeface="Aptos"/>
                <a:cs typeface="Aptos"/>
              </a:defRPr>
            </a:pPr>
            <a:r>
              <a:rPr sz="1875" b="1">
                <a:solidFill>
                  <a:srgbClr val="173C4B"/>
                </a:solidFill>
                <a:latin typeface="Aptos"/>
                <a:ea typeface="Aptos"/>
                <a:cs typeface="Aptos"/>
              </a:rPr>
              <a:t>± 11.35</a:t>
            </a:r>
          </a:p>
        </p:txBody>
      </p:sp>
      <p:sp>
        <p:nvSpPr>
          <p:cNvPr id="13" name="">
            <a:extLst xmlns:a="http://schemas.openxmlformats.org/drawingml/2006/main">
              <a:ext uri="{FF2B5EF4-FFF2-40B4-BE49-F238E27FC236}">
                <a16:creationId xmlns:a16="http://schemas.microsoft.com/office/drawing/2014/main" id="{8849252C-D826-4267-BC89-A2ED38AD0681}"/>
              </a:ext>
            </a:extLst>
          </p:cNvPr>
          <p:cNvSpPr>
            <a:spLocks xmlns:a="http://schemas.openxmlformats.org/drawingml/2006/main" noGrp="1"/>
          </p:cNvSpPr>
          <p:nvPr/>
        </p:nvSpPr>
        <p:spPr>
          <a:xfrm xmlns:a="http://schemas.openxmlformats.org/drawingml/2006/main">
            <a:off x="8315325" y="46863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Kriging</a:t>
            </a:r>
          </a:p>
        </p:txBody>
      </p:sp>
      <p:sp>
        <p:nvSpPr>
          <p:cNvPr id="14" name="">
            <a:extLst xmlns:a="http://schemas.openxmlformats.org/drawingml/2006/main">
              <a:ext uri="{FF2B5EF4-FFF2-40B4-BE49-F238E27FC236}">
                <a16:creationId xmlns:a16="http://schemas.microsoft.com/office/drawing/2014/main" id="{1EDF2733-7CF4-464E-841F-F6D3F6193C17}"/>
              </a:ext>
            </a:extLst>
          </p:cNvPr>
          <p:cNvSpPr>
            <a:spLocks xmlns:a="http://schemas.openxmlformats.org/drawingml/2006/main" noGrp="1"/>
          </p:cNvSpPr>
          <p:nvPr/>
        </p:nvSpPr>
        <p:spPr>
          <a:xfrm xmlns:a="http://schemas.openxmlformats.org/drawingml/2006/main">
            <a:off x="10096500" y="4676775"/>
            <a:ext cx="1438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875" b="1">
                <a:solidFill>
                  <a:srgbClr val="173C4B"/>
                </a:solidFill>
                <a:latin typeface="Aptos"/>
                <a:ea typeface="Aptos"/>
                <a:cs typeface="Aptos"/>
              </a:defRPr>
            </a:defPPr>
            <a:lvl1pPr algn="r">
              <a:defRPr sz="1875" b="1">
                <a:solidFill>
                  <a:srgbClr val="173C4B"/>
                </a:solidFill>
                <a:latin typeface="Aptos"/>
                <a:ea typeface="Aptos"/>
                <a:cs typeface="Aptos"/>
              </a:defRPr>
            </a:lvl1pPr>
            <a:lvl2pPr algn="r">
              <a:defRPr sz="1875" b="1">
                <a:solidFill>
                  <a:srgbClr val="173C4B"/>
                </a:solidFill>
                <a:latin typeface="Aptos"/>
                <a:ea typeface="Aptos"/>
                <a:cs typeface="Aptos"/>
              </a:defRPr>
            </a:lvl2pPr>
            <a:lvl3pPr algn="r">
              <a:defRPr sz="1875" b="1">
                <a:solidFill>
                  <a:srgbClr val="173C4B"/>
                </a:solidFill>
                <a:latin typeface="Aptos"/>
                <a:ea typeface="Aptos"/>
                <a:cs typeface="Aptos"/>
              </a:defRPr>
            </a:lvl3pPr>
            <a:lvl4pPr algn="r">
              <a:defRPr sz="1875" b="1">
                <a:solidFill>
                  <a:srgbClr val="173C4B"/>
                </a:solidFill>
                <a:latin typeface="Aptos"/>
                <a:ea typeface="Aptos"/>
                <a:cs typeface="Aptos"/>
              </a:defRPr>
            </a:lvl4pPr>
            <a:lvl5pPr algn="r">
              <a:defRPr sz="1875" b="1">
                <a:solidFill>
                  <a:srgbClr val="173C4B"/>
                </a:solidFill>
                <a:latin typeface="Aptos"/>
                <a:ea typeface="Aptos"/>
                <a:cs typeface="Aptos"/>
              </a:defRPr>
            </a:lvl5pPr>
            <a:lvl6pPr algn="r">
              <a:defRPr sz="1875" b="1">
                <a:solidFill>
                  <a:srgbClr val="173C4B"/>
                </a:solidFill>
                <a:latin typeface="Aptos"/>
                <a:ea typeface="Aptos"/>
                <a:cs typeface="Aptos"/>
              </a:defRPr>
            </a:lvl6pPr>
            <a:lvl7pPr algn="r">
              <a:defRPr sz="1875" b="1">
                <a:solidFill>
                  <a:srgbClr val="173C4B"/>
                </a:solidFill>
                <a:latin typeface="Aptos"/>
                <a:ea typeface="Aptos"/>
                <a:cs typeface="Aptos"/>
              </a:defRPr>
            </a:lvl7pPr>
            <a:lvl8pPr algn="r">
              <a:defRPr sz="1875" b="1">
                <a:solidFill>
                  <a:srgbClr val="173C4B"/>
                </a:solidFill>
                <a:latin typeface="Aptos"/>
                <a:ea typeface="Aptos"/>
                <a:cs typeface="Aptos"/>
              </a:defRPr>
            </a:lvl8pPr>
            <a:lvl9pPr algn="r">
              <a:defRPr sz="1875" b="1">
                <a:solidFill>
                  <a:srgbClr val="173C4B"/>
                </a:solidFill>
                <a:latin typeface="Aptos"/>
                <a:ea typeface="Aptos"/>
                <a:cs typeface="Aptos"/>
              </a:defRPr>
            </a:lvl9pPr>
          </a:lstStyle>
          <a:p xmlns:a="http://schemas.openxmlformats.org/drawingml/2006/main">
            <a:pPr algn="r">
              <a:defRPr sz="1875" b="1">
                <a:solidFill>
                  <a:srgbClr val="173C4B"/>
                </a:solidFill>
                <a:latin typeface="Aptos"/>
                <a:ea typeface="Aptos"/>
                <a:cs typeface="Aptos"/>
              </a:defRPr>
            </a:pPr>
            <a:r>
              <a:rPr sz="1875" b="1">
                <a:solidFill>
                  <a:srgbClr val="173C4B"/>
                </a:solidFill>
                <a:latin typeface="Aptos"/>
                <a:ea typeface="Aptos"/>
                <a:cs typeface="Aptos"/>
              </a:rPr>
              <a:t>± 25.11</a:t>
            </a:r>
          </a:p>
        </p:txBody>
      </p:sp>
      <p:sp>
        <p:nvSpPr>
          <p:cNvPr id="15" name="">
            <a:extLst xmlns:a="http://schemas.openxmlformats.org/drawingml/2006/main">
              <a:ext uri="{FF2B5EF4-FFF2-40B4-BE49-F238E27FC236}">
                <a16:creationId xmlns:a16="http://schemas.microsoft.com/office/drawing/2014/main" id="{5F399F2D-23BB-4ED8-BC1D-75A528803199}"/>
              </a:ext>
            </a:extLst>
          </p:cNvPr>
          <p:cNvSpPr>
            <a:spLocks xmlns:a="http://schemas.openxmlformats.org/drawingml/2006/main" noGrp="1"/>
          </p:cNvSpPr>
          <p:nvPr/>
        </p:nvSpPr>
        <p:spPr>
          <a:xfrm xmlns:a="http://schemas.openxmlformats.org/drawingml/2006/main">
            <a:off x="8315325" y="5543550"/>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173C4B"/>
                </a:solidFill>
                <a:latin typeface="Aptos"/>
                <a:ea typeface="Aptos"/>
                <a:cs typeface="Aptos"/>
              </a:defRPr>
            </a:defPPr>
            <a:lvl1pPr algn="l">
              <a:defRPr sz="1650" b="1">
                <a:solidFill>
                  <a:srgbClr val="173C4B"/>
                </a:solidFill>
                <a:latin typeface="Aptos"/>
                <a:ea typeface="Aptos"/>
                <a:cs typeface="Aptos"/>
              </a:defRPr>
            </a:lvl1pPr>
            <a:lvl2pPr algn="l">
              <a:defRPr sz="1650" b="1">
                <a:solidFill>
                  <a:srgbClr val="173C4B"/>
                </a:solidFill>
                <a:latin typeface="Aptos"/>
                <a:ea typeface="Aptos"/>
                <a:cs typeface="Aptos"/>
              </a:defRPr>
            </a:lvl2pPr>
            <a:lvl3pPr algn="l">
              <a:defRPr sz="1650" b="1">
                <a:solidFill>
                  <a:srgbClr val="173C4B"/>
                </a:solidFill>
                <a:latin typeface="Aptos"/>
                <a:ea typeface="Aptos"/>
                <a:cs typeface="Aptos"/>
              </a:defRPr>
            </a:lvl3pPr>
            <a:lvl4pPr algn="l">
              <a:defRPr sz="1650" b="1">
                <a:solidFill>
                  <a:srgbClr val="173C4B"/>
                </a:solidFill>
                <a:latin typeface="Aptos"/>
                <a:ea typeface="Aptos"/>
                <a:cs typeface="Aptos"/>
              </a:defRPr>
            </a:lvl4pPr>
            <a:lvl5pPr algn="l">
              <a:defRPr sz="1650" b="1">
                <a:solidFill>
                  <a:srgbClr val="173C4B"/>
                </a:solidFill>
                <a:latin typeface="Aptos"/>
                <a:ea typeface="Aptos"/>
                <a:cs typeface="Aptos"/>
              </a:defRPr>
            </a:lvl5pPr>
            <a:lvl6pPr algn="l">
              <a:defRPr sz="1650" b="1">
                <a:solidFill>
                  <a:srgbClr val="173C4B"/>
                </a:solidFill>
                <a:latin typeface="Aptos"/>
                <a:ea typeface="Aptos"/>
                <a:cs typeface="Aptos"/>
              </a:defRPr>
            </a:lvl6pPr>
            <a:lvl7pPr algn="l">
              <a:defRPr sz="1650" b="1">
                <a:solidFill>
                  <a:srgbClr val="173C4B"/>
                </a:solidFill>
                <a:latin typeface="Aptos"/>
                <a:ea typeface="Aptos"/>
                <a:cs typeface="Aptos"/>
              </a:defRPr>
            </a:lvl7pPr>
            <a:lvl8pPr algn="l">
              <a:defRPr sz="1650" b="1">
                <a:solidFill>
                  <a:srgbClr val="173C4B"/>
                </a:solidFill>
                <a:latin typeface="Aptos"/>
                <a:ea typeface="Aptos"/>
                <a:cs typeface="Aptos"/>
              </a:defRPr>
            </a:lvl8pPr>
            <a:lvl9pPr algn="l">
              <a:defRPr sz="1650" b="1">
                <a:solidFill>
                  <a:srgbClr val="173C4B"/>
                </a:solidFill>
                <a:latin typeface="Aptos"/>
                <a:ea typeface="Aptos"/>
                <a:cs typeface="Aptos"/>
              </a:defRPr>
            </a:lvl9pPr>
          </a:lstStyle>
          <a:p xmlns:a="http://schemas.openxmlformats.org/drawingml/2006/main">
            <a:pPr algn="l">
              <a:defRPr sz="1650" b="1">
                <a:solidFill>
                  <a:srgbClr val="173C4B"/>
                </a:solidFill>
                <a:latin typeface="Aptos"/>
                <a:ea typeface="Aptos"/>
                <a:cs typeface="Aptos"/>
              </a:defRPr>
            </a:pPr>
            <a:r>
              <a:rPr sz="1650" b="1">
                <a:solidFill>
                  <a:srgbClr val="173C4B"/>
                </a:solidFill>
                <a:latin typeface="Aptos"/>
                <a:ea typeface="Aptos"/>
                <a:cs typeface="Aptos"/>
              </a:rPr>
              <a:t>Trust MAE 68.01 · R² 0.465</a:t>
            </a:r>
          </a:p>
        </p:txBody>
      </p:sp>
      <p:sp>
        <p:nvSpPr>
          <p:cNvPr id="16" name="">
            <a:extLst xmlns:a="http://schemas.openxmlformats.org/drawingml/2006/main">
              <a:ext uri="{FF2B5EF4-FFF2-40B4-BE49-F238E27FC236}">
                <a16:creationId xmlns:a16="http://schemas.microsoft.com/office/drawing/2014/main" id="{20391911-C942-4761-8C59-FBAE1818D91F}"/>
              </a:ext>
            </a:extLst>
          </p:cNvPr>
          <p:cNvSpPr>
            <a:spLocks xmlns:a="http://schemas.openxmlformats.org/drawingml/2006/main" noGrp="1"/>
          </p:cNvSpPr>
          <p:nvPr/>
        </p:nvSpPr>
        <p:spPr>
          <a:xfrm xmlns:a="http://schemas.openxmlformats.org/drawingml/2006/main">
            <a:off x="638175" y="6000750"/>
            <a:ext cx="1090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A6F76"/>
                </a:solidFill>
                <a:latin typeface="Aptos"/>
                <a:ea typeface="Aptos"/>
                <a:cs typeface="Aptos"/>
              </a:defRPr>
            </a:defPPr>
            <a:lvl1pPr algn="l">
              <a:defRPr sz="1350" b="0">
                <a:solidFill>
                  <a:srgbClr val="5A6F76"/>
                </a:solidFill>
                <a:latin typeface="Aptos"/>
                <a:ea typeface="Aptos"/>
                <a:cs typeface="Aptos"/>
              </a:defRPr>
            </a:lvl1pPr>
            <a:lvl2pPr algn="l">
              <a:defRPr sz="1350" b="0">
                <a:solidFill>
                  <a:srgbClr val="5A6F76"/>
                </a:solidFill>
                <a:latin typeface="Aptos"/>
                <a:ea typeface="Aptos"/>
                <a:cs typeface="Aptos"/>
              </a:defRPr>
            </a:lvl2pPr>
            <a:lvl3pPr algn="l">
              <a:defRPr sz="1350" b="0">
                <a:solidFill>
                  <a:srgbClr val="5A6F76"/>
                </a:solidFill>
                <a:latin typeface="Aptos"/>
                <a:ea typeface="Aptos"/>
                <a:cs typeface="Aptos"/>
              </a:defRPr>
            </a:lvl3pPr>
            <a:lvl4pPr algn="l">
              <a:defRPr sz="1350" b="0">
                <a:solidFill>
                  <a:srgbClr val="5A6F76"/>
                </a:solidFill>
                <a:latin typeface="Aptos"/>
                <a:ea typeface="Aptos"/>
                <a:cs typeface="Aptos"/>
              </a:defRPr>
            </a:lvl4pPr>
            <a:lvl5pPr algn="l">
              <a:defRPr sz="1350" b="0">
                <a:solidFill>
                  <a:srgbClr val="5A6F76"/>
                </a:solidFill>
                <a:latin typeface="Aptos"/>
                <a:ea typeface="Aptos"/>
                <a:cs typeface="Aptos"/>
              </a:defRPr>
            </a:lvl5pPr>
            <a:lvl6pPr algn="l">
              <a:defRPr sz="1350" b="0">
                <a:solidFill>
                  <a:srgbClr val="5A6F76"/>
                </a:solidFill>
                <a:latin typeface="Aptos"/>
                <a:ea typeface="Aptos"/>
                <a:cs typeface="Aptos"/>
              </a:defRPr>
            </a:lvl6pPr>
            <a:lvl7pPr algn="l">
              <a:defRPr sz="1350" b="0">
                <a:solidFill>
                  <a:srgbClr val="5A6F76"/>
                </a:solidFill>
                <a:latin typeface="Aptos"/>
                <a:ea typeface="Aptos"/>
                <a:cs typeface="Aptos"/>
              </a:defRPr>
            </a:lvl7pPr>
            <a:lvl8pPr algn="l">
              <a:defRPr sz="1350" b="0">
                <a:solidFill>
                  <a:srgbClr val="5A6F76"/>
                </a:solidFill>
                <a:latin typeface="Aptos"/>
                <a:ea typeface="Aptos"/>
                <a:cs typeface="Aptos"/>
              </a:defRPr>
            </a:lvl8pPr>
            <a:lvl9pPr algn="l">
              <a:defRPr sz="1350" b="0">
                <a:solidFill>
                  <a:srgbClr val="5A6F76"/>
                </a:solidFill>
                <a:latin typeface="Aptos"/>
                <a:ea typeface="Aptos"/>
                <a:cs typeface="Aptos"/>
              </a:defRPr>
            </a:lvl9pPr>
          </a:lstStyle>
          <a:p xmlns:a="http://schemas.openxmlformats.org/drawingml/2006/main">
            <a:pPr algn="l">
              <a:defRPr sz="1350" b="0">
                <a:solidFill>
                  <a:srgbClr val="5A6F76"/>
                </a:solidFill>
                <a:latin typeface="Aptos"/>
                <a:ea typeface="Aptos"/>
                <a:cs typeface="Aptos"/>
              </a:defRPr>
            </a:pPr>
            <a:r>
              <a:rPr sz="1350" b="0">
                <a:solidFill>
                  <a:srgbClr val="5A6F76"/>
                </a:solidFill>
                <a:latin typeface="Aptos"/>
                <a:ea typeface="Aptos"/>
                <a:cs typeface="Aptos"/>
              </a:rPr>
              <a:t>Means and SDs over 5 folds × 3 seeds; fold variability is not a confidence interval.</a:t>
            </a:r>
          </a:p>
        </p:txBody>
      </p:sp>
    </p:spTree>
    <p:extLst>
      <p:ext uri="{BB962C8B-B14F-4D97-AF65-F5344CB8AC3E}">
        <p14:creationId xmlns:p14="http://schemas.microsoft.com/office/powerpoint/2010/main" val="153505237"/>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08858B-5129-4C84-95C9-B9A2913AB668}"/>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Correcting sensor inputs improves the simulation</a:t>
            </a:r>
          </a:p>
        </p:txBody>
      </p:sp>
      <p:sp>
        <p:nvSpPr>
          <p:cNvPr id="2" name="">
            <a:extLst xmlns:a="http://schemas.openxmlformats.org/drawingml/2006/main">
              <a:ext uri="{FF2B5EF4-FFF2-40B4-BE49-F238E27FC236}">
                <a16:creationId xmlns:a16="http://schemas.microsoft.com/office/drawing/2014/main" id="{2943EE55-22C2-4072-8599-8F5D7830E7FB}"/>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Separate calibration ablation · original fixed station holdout · three seeds</a:t>
            </a:r>
          </a:p>
        </p:txBody>
      </p:sp>
      <p:sp>
        <p:nvSpPr>
          <p:cNvPr id="3" name="">
            <a:extLst xmlns:a="http://schemas.openxmlformats.org/drawingml/2006/main">
              <a:ext uri="{FF2B5EF4-FFF2-40B4-BE49-F238E27FC236}">
                <a16:creationId xmlns:a16="http://schemas.microsoft.com/office/drawing/2014/main" id="{D6655DAA-8774-41D7-A578-287BC2DFE5F6}"/>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29F0DBBC-DF2B-4B6C-934A-19D6DC7929CA}"/>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39D89C8A-8ED8-407D-85CB-4995C51B660B}"/>
              </a:ext>
            </a:extLst>
          </p:cNvPr>
          <p:cNvSpPr>
            <a:spLocks xmlns:a="http://schemas.openxmlformats.org/drawingml/2006/main" noGrp="1"/>
          </p:cNvSpPr>
          <p:nvPr/>
        </p:nvSpPr>
        <p:spPr>
          <a:xfrm xmlns:a="http://schemas.openxmlformats.org/drawingml/2006/main">
            <a:off x="638175" y="2219325"/>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225" b="1">
                <a:solidFill>
                  <a:srgbClr val="27775D"/>
                </a:solidFill>
                <a:latin typeface="Aptos"/>
                <a:ea typeface="Aptos"/>
                <a:cs typeface="Aptos"/>
              </a:defRPr>
            </a:defPPr>
            <a:lvl1pPr algn="l">
              <a:defRPr sz="6225" b="1">
                <a:solidFill>
                  <a:srgbClr val="27775D"/>
                </a:solidFill>
                <a:latin typeface="Aptos"/>
                <a:ea typeface="Aptos"/>
                <a:cs typeface="Aptos"/>
              </a:defRPr>
            </a:lvl1pPr>
            <a:lvl2pPr algn="l">
              <a:defRPr sz="6225" b="1">
                <a:solidFill>
                  <a:srgbClr val="27775D"/>
                </a:solidFill>
                <a:latin typeface="Aptos"/>
                <a:ea typeface="Aptos"/>
                <a:cs typeface="Aptos"/>
              </a:defRPr>
            </a:lvl2pPr>
            <a:lvl3pPr algn="l">
              <a:defRPr sz="6225" b="1">
                <a:solidFill>
                  <a:srgbClr val="27775D"/>
                </a:solidFill>
                <a:latin typeface="Aptos"/>
                <a:ea typeface="Aptos"/>
                <a:cs typeface="Aptos"/>
              </a:defRPr>
            </a:lvl3pPr>
            <a:lvl4pPr algn="l">
              <a:defRPr sz="6225" b="1">
                <a:solidFill>
                  <a:srgbClr val="27775D"/>
                </a:solidFill>
                <a:latin typeface="Aptos"/>
                <a:ea typeface="Aptos"/>
                <a:cs typeface="Aptos"/>
              </a:defRPr>
            </a:lvl4pPr>
            <a:lvl5pPr algn="l">
              <a:defRPr sz="6225" b="1">
                <a:solidFill>
                  <a:srgbClr val="27775D"/>
                </a:solidFill>
                <a:latin typeface="Aptos"/>
                <a:ea typeface="Aptos"/>
                <a:cs typeface="Aptos"/>
              </a:defRPr>
            </a:lvl5pPr>
            <a:lvl6pPr algn="l">
              <a:defRPr sz="6225" b="1">
                <a:solidFill>
                  <a:srgbClr val="27775D"/>
                </a:solidFill>
                <a:latin typeface="Aptos"/>
                <a:ea typeface="Aptos"/>
                <a:cs typeface="Aptos"/>
              </a:defRPr>
            </a:lvl6pPr>
            <a:lvl7pPr algn="l">
              <a:defRPr sz="6225" b="1">
                <a:solidFill>
                  <a:srgbClr val="27775D"/>
                </a:solidFill>
                <a:latin typeface="Aptos"/>
                <a:ea typeface="Aptos"/>
                <a:cs typeface="Aptos"/>
              </a:defRPr>
            </a:lvl7pPr>
            <a:lvl8pPr algn="l">
              <a:defRPr sz="6225" b="1">
                <a:solidFill>
                  <a:srgbClr val="27775D"/>
                </a:solidFill>
                <a:latin typeface="Aptos"/>
                <a:ea typeface="Aptos"/>
                <a:cs typeface="Aptos"/>
              </a:defRPr>
            </a:lvl8pPr>
            <a:lvl9pPr algn="l">
              <a:defRPr sz="6225" b="1">
                <a:solidFill>
                  <a:srgbClr val="27775D"/>
                </a:solidFill>
                <a:latin typeface="Aptos"/>
                <a:ea typeface="Aptos"/>
                <a:cs typeface="Aptos"/>
              </a:defRPr>
            </a:lvl9pPr>
          </a:lstStyle>
          <a:p xmlns:a="http://schemas.openxmlformats.org/drawingml/2006/main">
            <a:pPr algn="l">
              <a:defRPr sz="6225" b="1">
                <a:solidFill>
                  <a:srgbClr val="27775D"/>
                </a:solidFill>
                <a:latin typeface="Aptos"/>
                <a:ea typeface="Aptos"/>
                <a:cs typeface="Aptos"/>
              </a:defRPr>
            </a:pPr>
            <a:r>
              <a:rPr sz="6225" b="1">
                <a:solidFill>
                  <a:srgbClr val="27775D"/>
                </a:solidFill>
                <a:latin typeface="Aptos"/>
                <a:ea typeface="Aptos"/>
                <a:cs typeface="Aptos"/>
              </a:rPr>
              <a:t>21.3%</a:t>
            </a:r>
          </a:p>
        </p:txBody>
      </p:sp>
      <p:sp>
        <p:nvSpPr>
          <p:cNvPr id="6" name="">
            <a:extLst xmlns:a="http://schemas.openxmlformats.org/drawingml/2006/main">
              <a:ext uri="{FF2B5EF4-FFF2-40B4-BE49-F238E27FC236}">
                <a16:creationId xmlns:a16="http://schemas.microsoft.com/office/drawing/2014/main" id="{056B7527-D3D6-47CB-9F23-7C0437E1F22E}"/>
              </a:ext>
            </a:extLst>
          </p:cNvPr>
          <p:cNvSpPr>
            <a:spLocks xmlns:a="http://schemas.openxmlformats.org/drawingml/2006/main" noGrp="1"/>
          </p:cNvSpPr>
          <p:nvPr/>
        </p:nvSpPr>
        <p:spPr>
          <a:xfrm xmlns:a="http://schemas.openxmlformats.org/drawingml/2006/main">
            <a:off x="685800" y="341947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73C4B"/>
                </a:solidFill>
                <a:latin typeface="Aptos"/>
                <a:ea typeface="Aptos"/>
                <a:cs typeface="Aptos"/>
              </a:defRPr>
            </a:defPPr>
            <a:lvl1pPr algn="l">
              <a:defRPr sz="2325" b="1">
                <a:solidFill>
                  <a:srgbClr val="173C4B"/>
                </a:solidFill>
                <a:latin typeface="Aptos"/>
                <a:ea typeface="Aptos"/>
                <a:cs typeface="Aptos"/>
              </a:defRPr>
            </a:lvl1pPr>
            <a:lvl2pPr algn="l">
              <a:defRPr sz="2325" b="1">
                <a:solidFill>
                  <a:srgbClr val="173C4B"/>
                </a:solidFill>
                <a:latin typeface="Aptos"/>
                <a:ea typeface="Aptos"/>
                <a:cs typeface="Aptos"/>
              </a:defRPr>
            </a:lvl2pPr>
            <a:lvl3pPr algn="l">
              <a:defRPr sz="2325" b="1">
                <a:solidFill>
                  <a:srgbClr val="173C4B"/>
                </a:solidFill>
                <a:latin typeface="Aptos"/>
                <a:ea typeface="Aptos"/>
                <a:cs typeface="Aptos"/>
              </a:defRPr>
            </a:lvl3pPr>
            <a:lvl4pPr algn="l">
              <a:defRPr sz="2325" b="1">
                <a:solidFill>
                  <a:srgbClr val="173C4B"/>
                </a:solidFill>
                <a:latin typeface="Aptos"/>
                <a:ea typeface="Aptos"/>
                <a:cs typeface="Aptos"/>
              </a:defRPr>
            </a:lvl4pPr>
            <a:lvl5pPr algn="l">
              <a:defRPr sz="2325" b="1">
                <a:solidFill>
                  <a:srgbClr val="173C4B"/>
                </a:solidFill>
                <a:latin typeface="Aptos"/>
                <a:ea typeface="Aptos"/>
                <a:cs typeface="Aptos"/>
              </a:defRPr>
            </a:lvl5pPr>
            <a:lvl6pPr algn="l">
              <a:defRPr sz="2325" b="1">
                <a:solidFill>
                  <a:srgbClr val="173C4B"/>
                </a:solidFill>
                <a:latin typeface="Aptos"/>
                <a:ea typeface="Aptos"/>
                <a:cs typeface="Aptos"/>
              </a:defRPr>
            </a:lvl6pPr>
            <a:lvl7pPr algn="l">
              <a:defRPr sz="2325" b="1">
                <a:solidFill>
                  <a:srgbClr val="173C4B"/>
                </a:solidFill>
                <a:latin typeface="Aptos"/>
                <a:ea typeface="Aptos"/>
                <a:cs typeface="Aptos"/>
              </a:defRPr>
            </a:lvl7pPr>
            <a:lvl8pPr algn="l">
              <a:defRPr sz="2325" b="1">
                <a:solidFill>
                  <a:srgbClr val="173C4B"/>
                </a:solidFill>
                <a:latin typeface="Aptos"/>
                <a:ea typeface="Aptos"/>
                <a:cs typeface="Aptos"/>
              </a:defRPr>
            </a:lvl8pPr>
            <a:lvl9pPr algn="l">
              <a:defRPr sz="2325" b="1">
                <a:solidFill>
                  <a:srgbClr val="173C4B"/>
                </a:solidFill>
                <a:latin typeface="Aptos"/>
                <a:ea typeface="Aptos"/>
                <a:cs typeface="Aptos"/>
              </a:defRPr>
            </a:lvl9pPr>
          </a:lstStyle>
          <a:p xmlns:a="http://schemas.openxmlformats.org/drawingml/2006/main">
            <a:pPr algn="l">
              <a:defRPr sz="2325" b="1">
                <a:solidFill>
                  <a:srgbClr val="173C4B"/>
                </a:solidFill>
                <a:latin typeface="Aptos"/>
                <a:ea typeface="Aptos"/>
                <a:cs typeface="Aptos"/>
              </a:defRPr>
            </a:pPr>
            <a:r>
              <a:rPr sz="2325" b="1">
                <a:solidFill>
                  <a:srgbClr val="173C4B"/>
                </a:solidFill>
                <a:latin typeface="Aptos"/>
                <a:ea typeface="Aptos"/>
                <a:cs typeface="Aptos"/>
              </a:rPr>
              <a:t>Lower trust-model RMSE</a:t>
            </a:r>
          </a:p>
          <a:p xmlns:a="http://schemas.openxmlformats.org/drawingml/2006/main">
            <a:pPr algn="l">
              <a:defRPr sz="2325" b="1">
                <a:solidFill>
                  <a:srgbClr val="173C4B"/>
                </a:solidFill>
                <a:latin typeface="Aptos"/>
                <a:ea typeface="Aptos"/>
                <a:cs typeface="Aptos"/>
              </a:defRPr>
            </a:pPr>
            <a:r>
              <a:rPr sz="2325" b="1">
                <a:solidFill>
                  <a:srgbClr val="173C4B"/>
                </a:solidFill>
                <a:latin typeface="Aptos"/>
                <a:ea typeface="Aptos"/>
                <a:cs typeface="Aptos"/>
              </a:rPr>
              <a:t>after early input correction</a:t>
            </a:r>
          </a:p>
        </p:txBody>
      </p:sp>
      <p:sp>
        <p:nvSpPr>
          <p:cNvPr id="7" name="">
            <a:extLst xmlns:a="http://schemas.openxmlformats.org/drawingml/2006/main">
              <a:ext uri="{FF2B5EF4-FFF2-40B4-BE49-F238E27FC236}">
                <a16:creationId xmlns:a16="http://schemas.microsoft.com/office/drawing/2014/main" id="{BA35D596-92E0-402F-AFB9-8F6E7E333012}"/>
              </a:ext>
            </a:extLst>
          </p:cNvPr>
          <p:cNvSpPr>
            <a:spLocks xmlns:a="http://schemas.openxmlformats.org/drawingml/2006/main" noGrp="1"/>
          </p:cNvSpPr>
          <p:nvPr/>
        </p:nvSpPr>
        <p:spPr>
          <a:xfrm xmlns:a="http://schemas.openxmlformats.org/drawingml/2006/main">
            <a:off x="695325" y="48387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A6F76"/>
                </a:solidFill>
                <a:latin typeface="Aptos"/>
                <a:ea typeface="Aptos"/>
                <a:cs typeface="Aptos"/>
              </a:defRPr>
            </a:defPPr>
            <a:lvl1pPr algn="l">
              <a:defRPr sz="1875" b="0">
                <a:solidFill>
                  <a:srgbClr val="5A6F76"/>
                </a:solidFill>
                <a:latin typeface="Aptos"/>
                <a:ea typeface="Aptos"/>
                <a:cs typeface="Aptos"/>
              </a:defRPr>
            </a:lvl1pPr>
            <a:lvl2pPr algn="l">
              <a:defRPr sz="1875" b="0">
                <a:solidFill>
                  <a:srgbClr val="5A6F76"/>
                </a:solidFill>
                <a:latin typeface="Aptos"/>
                <a:ea typeface="Aptos"/>
                <a:cs typeface="Aptos"/>
              </a:defRPr>
            </a:lvl2pPr>
            <a:lvl3pPr algn="l">
              <a:defRPr sz="1875" b="0">
                <a:solidFill>
                  <a:srgbClr val="5A6F76"/>
                </a:solidFill>
                <a:latin typeface="Aptos"/>
                <a:ea typeface="Aptos"/>
                <a:cs typeface="Aptos"/>
              </a:defRPr>
            </a:lvl3pPr>
            <a:lvl4pPr algn="l">
              <a:defRPr sz="1875" b="0">
                <a:solidFill>
                  <a:srgbClr val="5A6F76"/>
                </a:solidFill>
                <a:latin typeface="Aptos"/>
                <a:ea typeface="Aptos"/>
                <a:cs typeface="Aptos"/>
              </a:defRPr>
            </a:lvl4pPr>
            <a:lvl5pPr algn="l">
              <a:defRPr sz="1875" b="0">
                <a:solidFill>
                  <a:srgbClr val="5A6F76"/>
                </a:solidFill>
                <a:latin typeface="Aptos"/>
                <a:ea typeface="Aptos"/>
                <a:cs typeface="Aptos"/>
              </a:defRPr>
            </a:lvl5pPr>
            <a:lvl6pPr algn="l">
              <a:defRPr sz="1875" b="0">
                <a:solidFill>
                  <a:srgbClr val="5A6F76"/>
                </a:solidFill>
                <a:latin typeface="Aptos"/>
                <a:ea typeface="Aptos"/>
                <a:cs typeface="Aptos"/>
              </a:defRPr>
            </a:lvl6pPr>
            <a:lvl7pPr algn="l">
              <a:defRPr sz="1875" b="0">
                <a:solidFill>
                  <a:srgbClr val="5A6F76"/>
                </a:solidFill>
                <a:latin typeface="Aptos"/>
                <a:ea typeface="Aptos"/>
                <a:cs typeface="Aptos"/>
              </a:defRPr>
            </a:lvl7pPr>
            <a:lvl8pPr algn="l">
              <a:defRPr sz="1875" b="0">
                <a:solidFill>
                  <a:srgbClr val="5A6F76"/>
                </a:solidFill>
                <a:latin typeface="Aptos"/>
                <a:ea typeface="Aptos"/>
                <a:cs typeface="Aptos"/>
              </a:defRPr>
            </a:lvl8pPr>
            <a:lvl9pPr algn="l">
              <a:defRPr sz="1875" b="0">
                <a:solidFill>
                  <a:srgbClr val="5A6F76"/>
                </a:solidFill>
                <a:latin typeface="Aptos"/>
                <a:ea typeface="Aptos"/>
                <a:cs typeface="Aptos"/>
              </a:defRPr>
            </a:lvl9pPr>
          </a:lstStyle>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Correction is fitted on the</a:t>
            </a:r>
          </a:p>
          <a:p xmlns:a="http://schemas.openxmlformats.org/drawingml/2006/main">
            <a:pPr algn="l">
              <a:defRPr sz="1875" b="0">
                <a:solidFill>
                  <a:srgbClr val="5A6F76"/>
                </a:solidFill>
                <a:latin typeface="Aptos"/>
                <a:ea typeface="Aptos"/>
                <a:cs typeface="Aptos"/>
              </a:defRPr>
            </a:pPr>
            <a:r>
              <a:rPr sz="1875" b="0">
                <a:solidFill>
                  <a:srgbClr val="5A6F76"/>
                </a:solidFill>
                <a:latin typeface="Aptos"/>
                <a:ea typeface="Aptos"/>
                <a:cs typeface="Aptos"/>
              </a:rPr>
              <a:t>first 10% of seen-site pairs.</a:t>
            </a:r>
          </a:p>
        </p:txBody>
      </p:sp>
      <p:graphicFrame>
        <p:nvGraphicFramePr>
          <p:cNvPr id="8" name="Chart">
            <a:extLst xmlns:a="http://schemas.openxmlformats.org/drawingml/2006/main">
              <a:ext uri="{FF2B5EF4-FFF2-40B4-BE49-F238E27FC236}">
                <a16:creationId xmlns:a16="http://schemas.microsoft.com/office/drawing/2014/main" id="{33621B5A-6A45-4D9F-A025-BDA302CBDD53}"/>
              </a:ext>
            </a:extLst>
          </p:cNvPr>
          <p:cNvGraphicFramePr/>
          <p:nvPr/>
        </p:nvGraphicFramePr>
        <p:xfrm>
          <a:off xmlns:a="http://schemas.openxmlformats.org/drawingml/2006/main" x="4238625" y="1990725"/>
          <a:ext xmlns:a="http://schemas.openxmlformats.org/drawingml/2006/main" cx="7362825" cy="3695700"/>
        </p:xfrm>
        <a:graphic xmlns:a="http://schemas.openxmlformats.org/drawingml/2006/main">
          <a:graphicData uri="http://schemas.openxmlformats.org/drawingml/2006/chart">
            <c:chart xmlns:r="http://schemas.openxmlformats.org/officeDocument/2006/relationships" xmlns:c="http://schemas.openxmlformats.org/drawingml/2006/chart" r:id="Rc176f78ef6324dc2"/>
          </a:graphicData>
        </a:graphic>
      </p:graphicFrame>
      <p:sp>
        <p:nvSpPr>
          <p:cNvPr id="9" name="">
            <a:extLst xmlns:a="http://schemas.openxmlformats.org/drawingml/2006/main">
              <a:ext uri="{FF2B5EF4-FFF2-40B4-BE49-F238E27FC236}">
                <a16:creationId xmlns:a16="http://schemas.microsoft.com/office/drawing/2014/main" id="{379DBBE5-EDA0-4E1C-8F24-F1B7B557EF82}"/>
              </a:ext>
            </a:extLst>
          </p:cNvPr>
          <p:cNvSpPr>
            <a:spLocks xmlns:a="http://schemas.openxmlformats.org/drawingml/2006/main" noGrp="1"/>
          </p:cNvSpPr>
          <p:nvPr/>
        </p:nvSpPr>
        <p:spPr>
          <a:xfrm xmlns:a="http://schemas.openxmlformats.org/drawingml/2006/main">
            <a:off x="647700" y="601980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5A6F76"/>
                </a:solidFill>
                <a:latin typeface="Aptos"/>
                <a:ea typeface="Aptos"/>
                <a:cs typeface="Aptos"/>
              </a:defRPr>
            </a:defPPr>
            <a:lvl1pPr algn="l">
              <a:defRPr sz="1500" b="0">
                <a:solidFill>
                  <a:srgbClr val="5A6F76"/>
                </a:solidFill>
                <a:latin typeface="Aptos"/>
                <a:ea typeface="Aptos"/>
                <a:cs typeface="Aptos"/>
              </a:defRPr>
            </a:lvl1pPr>
            <a:lvl2pPr algn="l">
              <a:defRPr sz="1500" b="0">
                <a:solidFill>
                  <a:srgbClr val="5A6F76"/>
                </a:solidFill>
                <a:latin typeface="Aptos"/>
                <a:ea typeface="Aptos"/>
                <a:cs typeface="Aptos"/>
              </a:defRPr>
            </a:lvl2pPr>
            <a:lvl3pPr algn="l">
              <a:defRPr sz="1500" b="0">
                <a:solidFill>
                  <a:srgbClr val="5A6F76"/>
                </a:solidFill>
                <a:latin typeface="Aptos"/>
                <a:ea typeface="Aptos"/>
                <a:cs typeface="Aptos"/>
              </a:defRPr>
            </a:lvl3pPr>
            <a:lvl4pPr algn="l">
              <a:defRPr sz="1500" b="0">
                <a:solidFill>
                  <a:srgbClr val="5A6F76"/>
                </a:solidFill>
                <a:latin typeface="Aptos"/>
                <a:ea typeface="Aptos"/>
                <a:cs typeface="Aptos"/>
              </a:defRPr>
            </a:lvl4pPr>
            <a:lvl5pPr algn="l">
              <a:defRPr sz="1500" b="0">
                <a:solidFill>
                  <a:srgbClr val="5A6F76"/>
                </a:solidFill>
                <a:latin typeface="Aptos"/>
                <a:ea typeface="Aptos"/>
                <a:cs typeface="Aptos"/>
              </a:defRPr>
            </a:lvl5pPr>
            <a:lvl6pPr algn="l">
              <a:defRPr sz="1500" b="0">
                <a:solidFill>
                  <a:srgbClr val="5A6F76"/>
                </a:solidFill>
                <a:latin typeface="Aptos"/>
                <a:ea typeface="Aptos"/>
                <a:cs typeface="Aptos"/>
              </a:defRPr>
            </a:lvl6pPr>
            <a:lvl7pPr algn="l">
              <a:defRPr sz="1500" b="0">
                <a:solidFill>
                  <a:srgbClr val="5A6F76"/>
                </a:solidFill>
                <a:latin typeface="Aptos"/>
                <a:ea typeface="Aptos"/>
                <a:cs typeface="Aptos"/>
              </a:defRPr>
            </a:lvl7pPr>
            <a:lvl8pPr algn="l">
              <a:defRPr sz="1500" b="0">
                <a:solidFill>
                  <a:srgbClr val="5A6F76"/>
                </a:solidFill>
                <a:latin typeface="Aptos"/>
                <a:ea typeface="Aptos"/>
                <a:cs typeface="Aptos"/>
              </a:defRPr>
            </a:lvl8pPr>
            <a:lvl9pPr algn="l">
              <a:defRPr sz="1500" b="0">
                <a:solidFill>
                  <a:srgbClr val="5A6F76"/>
                </a:solidFill>
                <a:latin typeface="Aptos"/>
                <a:ea typeface="Aptos"/>
                <a:cs typeface="Aptos"/>
              </a:defRPr>
            </a:lvl9pPr>
          </a:lstStyle>
          <a:p xmlns:a="http://schemas.openxmlformats.org/drawingml/2006/main">
            <a:pPr algn="l">
              <a:defRPr sz="1500" b="0">
                <a:solidFill>
                  <a:srgbClr val="5A6F76"/>
                </a:solidFill>
                <a:latin typeface="Aptos"/>
                <a:ea typeface="Aptos"/>
                <a:cs typeface="Aptos"/>
              </a:defRPr>
            </a:pPr>
            <a:r>
              <a:rPr sz="1500" b="0">
                <a:solidFill>
                  <a:srgbClr val="5A6F76"/>
                </a:solidFill>
                <a:latin typeface="Aptos"/>
                <a:ea typeface="Aptos"/>
                <a:cs typeface="Aptos"/>
              </a:rPr>
              <a:t>Corrected trust 78.67 ± 2.02; corrected FedAvg 78.49 ± 2.05 µg/m³.</a:t>
            </a:r>
          </a:p>
        </p:txBody>
      </p:sp>
    </p:spTree>
    <p:extLst>
      <p:ext uri="{BB962C8B-B14F-4D97-AF65-F5344CB8AC3E}">
        <p14:creationId xmlns:p14="http://schemas.microsoft.com/office/powerpoint/2010/main" val="1249995850"/>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A11DAD-152A-496E-BEB5-F0552BA03679}"/>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The Simulation lab makes assumptions visible</a:t>
            </a:r>
          </a:p>
        </p:txBody>
      </p:sp>
      <p:sp>
        <p:nvSpPr>
          <p:cNvPr id="2" name="">
            <a:extLst xmlns:a="http://schemas.openxmlformats.org/drawingml/2006/main">
              <a:ext uri="{FF2B5EF4-FFF2-40B4-BE49-F238E27FC236}">
                <a16:creationId xmlns:a16="http://schemas.microsoft.com/office/drawing/2014/main" id="{819BA1D9-8C37-4735-9007-44C85F88E7D0}"/>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CRRI Mathura Road · seed 17 · future-period sensor RMSE, not graph-model error</a:t>
            </a:r>
          </a:p>
        </p:txBody>
      </p:sp>
      <p:sp>
        <p:nvSpPr>
          <p:cNvPr id="3" name="">
            <a:extLst xmlns:a="http://schemas.openxmlformats.org/drawingml/2006/main">
              <a:ext uri="{FF2B5EF4-FFF2-40B4-BE49-F238E27FC236}">
                <a16:creationId xmlns:a16="http://schemas.microsoft.com/office/drawing/2014/main" id="{BEA3B608-53EE-4F39-BA28-D9AF535762FD}"/>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026FAA8B-9039-4811-BD0E-0BB5EB3CB306}"/>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10</a:t>
            </a:r>
          </a:p>
        </p:txBody>
      </p:sp>
      <p:graphicFrame>
        <p:nvGraphicFramePr>
          <p:cNvPr id="5" name="Chart">
            <a:extLst xmlns:a="http://schemas.openxmlformats.org/drawingml/2006/main">
              <a:ext uri="{FF2B5EF4-FFF2-40B4-BE49-F238E27FC236}">
                <a16:creationId xmlns:a16="http://schemas.microsoft.com/office/drawing/2014/main" id="{B58277CF-2447-4998-B21F-81AE773A6691}"/>
              </a:ext>
            </a:extLst>
          </p:cNvPr>
          <p:cNvGraphicFramePr/>
          <p:nvPr/>
        </p:nvGraphicFramePr>
        <p:xfrm>
          <a:off xmlns:a="http://schemas.openxmlformats.org/drawingml/2006/main" x="600075" y="2095500"/>
          <a:ext xmlns:a="http://schemas.openxmlformats.org/drawingml/2006/main" cx="7658100" cy="3495675"/>
        </p:xfrm>
        <a:graphic xmlns:a="http://schemas.openxmlformats.org/drawingml/2006/main">
          <a:graphicData uri="http://schemas.openxmlformats.org/drawingml/2006/chart">
            <c:chart xmlns:r="http://schemas.openxmlformats.org/officeDocument/2006/relationships" xmlns:c="http://schemas.openxmlformats.org/drawingml/2006/chart" r:id="Rbaf230ad8d8b4cf6"/>
          </a:graphicData>
        </a:graphic>
      </p:graphicFrame>
      <p:sp>
        <p:nvSpPr>
          <p:cNvPr id="6" name="">
            <a:extLst xmlns:a="http://schemas.openxmlformats.org/drawingml/2006/main">
              <a:ext uri="{FF2B5EF4-FFF2-40B4-BE49-F238E27FC236}">
                <a16:creationId xmlns:a16="http://schemas.microsoft.com/office/drawing/2014/main" id="{5F72F975-BF92-486D-BA78-8E592B5357C3}"/>
              </a:ext>
            </a:extLst>
          </p:cNvPr>
          <p:cNvSpPr>
            <a:spLocks xmlns:a="http://schemas.openxmlformats.org/drawingml/2006/main" noGrp="1"/>
          </p:cNvSpPr>
          <p:nvPr/>
        </p:nvSpPr>
        <p:spPr>
          <a:xfrm xmlns:a="http://schemas.openxmlformats.org/drawingml/2006/main">
            <a:off x="8677275" y="2190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3C4B"/>
                </a:solidFill>
                <a:latin typeface="Aptos"/>
                <a:ea typeface="Aptos"/>
                <a:cs typeface="Aptos"/>
              </a:defRPr>
            </a:defPPr>
            <a:lvl1pPr algn="l">
              <a:defRPr sz="2175" b="1">
                <a:solidFill>
                  <a:srgbClr val="173C4B"/>
                </a:solidFill>
                <a:latin typeface="Aptos"/>
                <a:ea typeface="Aptos"/>
                <a:cs typeface="Aptos"/>
              </a:defRPr>
            </a:lvl1pPr>
            <a:lvl2pPr algn="l">
              <a:defRPr sz="2175" b="1">
                <a:solidFill>
                  <a:srgbClr val="173C4B"/>
                </a:solidFill>
                <a:latin typeface="Aptos"/>
                <a:ea typeface="Aptos"/>
                <a:cs typeface="Aptos"/>
              </a:defRPr>
            </a:lvl2pPr>
            <a:lvl3pPr algn="l">
              <a:defRPr sz="2175" b="1">
                <a:solidFill>
                  <a:srgbClr val="173C4B"/>
                </a:solidFill>
                <a:latin typeface="Aptos"/>
                <a:ea typeface="Aptos"/>
                <a:cs typeface="Aptos"/>
              </a:defRPr>
            </a:lvl3pPr>
            <a:lvl4pPr algn="l">
              <a:defRPr sz="2175" b="1">
                <a:solidFill>
                  <a:srgbClr val="173C4B"/>
                </a:solidFill>
                <a:latin typeface="Aptos"/>
                <a:ea typeface="Aptos"/>
                <a:cs typeface="Aptos"/>
              </a:defRPr>
            </a:lvl4pPr>
            <a:lvl5pPr algn="l">
              <a:defRPr sz="2175" b="1">
                <a:solidFill>
                  <a:srgbClr val="173C4B"/>
                </a:solidFill>
                <a:latin typeface="Aptos"/>
                <a:ea typeface="Aptos"/>
                <a:cs typeface="Aptos"/>
              </a:defRPr>
            </a:lvl5pPr>
            <a:lvl6pPr algn="l">
              <a:defRPr sz="2175" b="1">
                <a:solidFill>
                  <a:srgbClr val="173C4B"/>
                </a:solidFill>
                <a:latin typeface="Aptos"/>
                <a:ea typeface="Aptos"/>
                <a:cs typeface="Aptos"/>
              </a:defRPr>
            </a:lvl6pPr>
            <a:lvl7pPr algn="l">
              <a:defRPr sz="2175" b="1">
                <a:solidFill>
                  <a:srgbClr val="173C4B"/>
                </a:solidFill>
                <a:latin typeface="Aptos"/>
                <a:ea typeface="Aptos"/>
                <a:cs typeface="Aptos"/>
              </a:defRPr>
            </a:lvl7pPr>
            <a:lvl8pPr algn="l">
              <a:defRPr sz="2175" b="1">
                <a:solidFill>
                  <a:srgbClr val="173C4B"/>
                </a:solidFill>
                <a:latin typeface="Aptos"/>
                <a:ea typeface="Aptos"/>
                <a:cs typeface="Aptos"/>
              </a:defRPr>
            </a:lvl8pPr>
            <a:lvl9pPr algn="l">
              <a:defRPr sz="2175" b="1">
                <a:solidFill>
                  <a:srgbClr val="173C4B"/>
                </a:solidFill>
                <a:latin typeface="Aptos"/>
                <a:ea typeface="Aptos"/>
                <a:cs typeface="Aptos"/>
              </a:defRPr>
            </a:lvl9pPr>
          </a:lstStyle>
          <a:p xmlns:a="http://schemas.openxmlformats.org/drawingml/2006/main">
            <a:pPr algn="l">
              <a:defRPr sz="2175" b="1">
                <a:solidFill>
                  <a:srgbClr val="173C4B"/>
                </a:solidFill>
                <a:latin typeface="Aptos"/>
                <a:ea typeface="Aptos"/>
                <a:cs typeface="Aptos"/>
              </a:defRPr>
            </a:pPr>
            <a:r>
              <a:rPr sz="2175" b="1">
                <a:solidFill>
                  <a:srgbClr val="173C4B"/>
                </a:solidFill>
                <a:latin typeface="Aptos"/>
                <a:ea typeface="Aptos"/>
                <a:cs typeface="Aptos"/>
              </a:rPr>
              <a:t>Change the sensor</a:t>
            </a:r>
          </a:p>
        </p:txBody>
      </p:sp>
      <p:sp>
        <p:nvSpPr>
          <p:cNvPr id="7" name="">
            <a:extLst xmlns:a="http://schemas.openxmlformats.org/drawingml/2006/main">
              <a:ext uri="{FF2B5EF4-FFF2-40B4-BE49-F238E27FC236}">
                <a16:creationId xmlns:a16="http://schemas.microsoft.com/office/drawing/2014/main" id="{0E799836-834D-4CD9-8EDA-39AD0D377408}"/>
              </a:ext>
            </a:extLst>
          </p:cNvPr>
          <p:cNvSpPr>
            <a:spLocks xmlns:a="http://schemas.openxmlformats.org/drawingml/2006/main" noGrp="1"/>
          </p:cNvSpPr>
          <p:nvPr/>
        </p:nvSpPr>
        <p:spPr>
          <a:xfrm xmlns:a="http://schemas.openxmlformats.org/drawingml/2006/main">
            <a:off x="8705850" y="275272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5A6F76"/>
                </a:solidFill>
                <a:latin typeface="Aptos"/>
                <a:ea typeface="Aptos"/>
                <a:cs typeface="Aptos"/>
              </a:defRPr>
            </a:defPPr>
            <a:lvl1pPr algn="l">
              <a:defRPr sz="2025" b="0">
                <a:solidFill>
                  <a:srgbClr val="5A6F76"/>
                </a:solidFill>
                <a:latin typeface="Aptos"/>
                <a:ea typeface="Aptos"/>
                <a:cs typeface="Aptos"/>
              </a:defRPr>
            </a:lvl1pPr>
            <a:lvl2pPr algn="l">
              <a:defRPr sz="2025" b="0">
                <a:solidFill>
                  <a:srgbClr val="5A6F76"/>
                </a:solidFill>
                <a:latin typeface="Aptos"/>
                <a:ea typeface="Aptos"/>
                <a:cs typeface="Aptos"/>
              </a:defRPr>
            </a:lvl2pPr>
            <a:lvl3pPr algn="l">
              <a:defRPr sz="2025" b="0">
                <a:solidFill>
                  <a:srgbClr val="5A6F76"/>
                </a:solidFill>
                <a:latin typeface="Aptos"/>
                <a:ea typeface="Aptos"/>
                <a:cs typeface="Aptos"/>
              </a:defRPr>
            </a:lvl3pPr>
            <a:lvl4pPr algn="l">
              <a:defRPr sz="2025" b="0">
                <a:solidFill>
                  <a:srgbClr val="5A6F76"/>
                </a:solidFill>
                <a:latin typeface="Aptos"/>
                <a:ea typeface="Aptos"/>
                <a:cs typeface="Aptos"/>
              </a:defRPr>
            </a:lvl4pPr>
            <a:lvl5pPr algn="l">
              <a:defRPr sz="2025" b="0">
                <a:solidFill>
                  <a:srgbClr val="5A6F76"/>
                </a:solidFill>
                <a:latin typeface="Aptos"/>
                <a:ea typeface="Aptos"/>
                <a:cs typeface="Aptos"/>
              </a:defRPr>
            </a:lvl5pPr>
            <a:lvl6pPr algn="l">
              <a:defRPr sz="2025" b="0">
                <a:solidFill>
                  <a:srgbClr val="5A6F76"/>
                </a:solidFill>
                <a:latin typeface="Aptos"/>
                <a:ea typeface="Aptos"/>
                <a:cs typeface="Aptos"/>
              </a:defRPr>
            </a:lvl6pPr>
            <a:lvl7pPr algn="l">
              <a:defRPr sz="2025" b="0">
                <a:solidFill>
                  <a:srgbClr val="5A6F76"/>
                </a:solidFill>
                <a:latin typeface="Aptos"/>
                <a:ea typeface="Aptos"/>
                <a:cs typeface="Aptos"/>
              </a:defRPr>
            </a:lvl7pPr>
            <a:lvl8pPr algn="l">
              <a:defRPr sz="2025" b="0">
                <a:solidFill>
                  <a:srgbClr val="5A6F76"/>
                </a:solidFill>
                <a:latin typeface="Aptos"/>
                <a:ea typeface="Aptos"/>
                <a:cs typeface="Aptos"/>
              </a:defRPr>
            </a:lvl8pPr>
            <a:lvl9pPr algn="l">
              <a:defRPr sz="2025" b="0">
                <a:solidFill>
                  <a:srgbClr val="5A6F76"/>
                </a:solidFill>
                <a:latin typeface="Aptos"/>
                <a:ea typeface="Aptos"/>
                <a:cs typeface="Aptos"/>
              </a:defRPr>
            </a:lvl9pPr>
          </a:lstStyle>
          <a:p xmlns:a="http://schemas.openxmlformats.org/drawingml/2006/main">
            <a:pPr algn="l">
              <a:defRPr sz="2025" b="0">
                <a:solidFill>
                  <a:srgbClr val="5A6F76"/>
                </a:solidFill>
                <a:latin typeface="Aptos"/>
                <a:ea typeface="Aptos"/>
                <a:cs typeface="Aptos"/>
              </a:defRPr>
            </a:pPr>
            <a:r>
              <a:rPr sz="2025" b="0">
                <a:solidFill>
                  <a:srgbClr val="5A6F76"/>
                </a:solidFill>
                <a:latin typeface="Aptos"/>
                <a:ea typeface="Aptos"/>
                <a:cs typeface="Aptos"/>
              </a:rPr>
              <a:t>Bias · gain · drift</a:t>
            </a:r>
          </a:p>
          <a:p xmlns:a="http://schemas.openxmlformats.org/drawingml/2006/main">
            <a:pPr algn="l">
              <a:defRPr sz="2025" b="0">
                <a:solidFill>
                  <a:srgbClr val="5A6F76"/>
                </a:solidFill>
                <a:latin typeface="Aptos"/>
                <a:ea typeface="Aptos"/>
                <a:cs typeface="Aptos"/>
              </a:defRPr>
            </a:pPr>
            <a:r>
              <a:rPr sz="2025" b="0">
                <a:solidFill>
                  <a:srgbClr val="5A6F76"/>
                </a:solidFill>
                <a:latin typeface="Aptos"/>
                <a:ea typeface="Aptos"/>
                <a:cs typeface="Aptos"/>
              </a:rPr>
              <a:t>Noise · dropout</a:t>
            </a:r>
          </a:p>
        </p:txBody>
      </p:sp>
      <p:sp>
        <p:nvSpPr>
          <p:cNvPr id="8" name="">
            <a:extLst xmlns:a="http://schemas.openxmlformats.org/drawingml/2006/main">
              <a:ext uri="{FF2B5EF4-FFF2-40B4-BE49-F238E27FC236}">
                <a16:creationId xmlns:a16="http://schemas.microsoft.com/office/drawing/2014/main" id="{17ABDA89-9F81-4282-9912-3105F96DFA85}"/>
              </a:ext>
            </a:extLst>
          </p:cNvPr>
          <p:cNvSpPr>
            <a:spLocks xmlns:a="http://schemas.openxmlformats.org/drawingml/2006/main" noGrp="1"/>
          </p:cNvSpPr>
          <p:nvPr/>
        </p:nvSpPr>
        <p:spPr>
          <a:xfrm xmlns:a="http://schemas.openxmlformats.org/drawingml/2006/main">
            <a:off x="8677275" y="399097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7775D"/>
                </a:solidFill>
                <a:latin typeface="Aptos"/>
                <a:ea typeface="Aptos"/>
                <a:cs typeface="Aptos"/>
              </a:defRPr>
            </a:defPPr>
            <a:lvl1pPr algn="l">
              <a:defRPr sz="2025" b="1">
                <a:solidFill>
                  <a:srgbClr val="27775D"/>
                </a:solidFill>
                <a:latin typeface="Aptos"/>
                <a:ea typeface="Aptos"/>
                <a:cs typeface="Aptos"/>
              </a:defRPr>
            </a:lvl1pPr>
            <a:lvl2pPr algn="l">
              <a:defRPr sz="2025" b="1">
                <a:solidFill>
                  <a:srgbClr val="27775D"/>
                </a:solidFill>
                <a:latin typeface="Aptos"/>
                <a:ea typeface="Aptos"/>
                <a:cs typeface="Aptos"/>
              </a:defRPr>
            </a:lvl2pPr>
            <a:lvl3pPr algn="l">
              <a:defRPr sz="2025" b="1">
                <a:solidFill>
                  <a:srgbClr val="27775D"/>
                </a:solidFill>
                <a:latin typeface="Aptos"/>
                <a:ea typeface="Aptos"/>
                <a:cs typeface="Aptos"/>
              </a:defRPr>
            </a:lvl3pPr>
            <a:lvl4pPr algn="l">
              <a:defRPr sz="2025" b="1">
                <a:solidFill>
                  <a:srgbClr val="27775D"/>
                </a:solidFill>
                <a:latin typeface="Aptos"/>
                <a:ea typeface="Aptos"/>
                <a:cs typeface="Aptos"/>
              </a:defRPr>
            </a:lvl4pPr>
            <a:lvl5pPr algn="l">
              <a:defRPr sz="2025" b="1">
                <a:solidFill>
                  <a:srgbClr val="27775D"/>
                </a:solidFill>
                <a:latin typeface="Aptos"/>
                <a:ea typeface="Aptos"/>
                <a:cs typeface="Aptos"/>
              </a:defRPr>
            </a:lvl5pPr>
            <a:lvl6pPr algn="l">
              <a:defRPr sz="2025" b="1">
                <a:solidFill>
                  <a:srgbClr val="27775D"/>
                </a:solidFill>
                <a:latin typeface="Aptos"/>
                <a:ea typeface="Aptos"/>
                <a:cs typeface="Aptos"/>
              </a:defRPr>
            </a:lvl6pPr>
            <a:lvl7pPr algn="l">
              <a:defRPr sz="2025" b="1">
                <a:solidFill>
                  <a:srgbClr val="27775D"/>
                </a:solidFill>
                <a:latin typeface="Aptos"/>
                <a:ea typeface="Aptos"/>
                <a:cs typeface="Aptos"/>
              </a:defRPr>
            </a:lvl7pPr>
            <a:lvl8pPr algn="l">
              <a:defRPr sz="2025" b="1">
                <a:solidFill>
                  <a:srgbClr val="27775D"/>
                </a:solidFill>
                <a:latin typeface="Aptos"/>
                <a:ea typeface="Aptos"/>
                <a:cs typeface="Aptos"/>
              </a:defRPr>
            </a:lvl8pPr>
            <a:lvl9pPr algn="l">
              <a:defRPr sz="2025" b="1">
                <a:solidFill>
                  <a:srgbClr val="27775D"/>
                </a:solidFill>
                <a:latin typeface="Aptos"/>
                <a:ea typeface="Aptos"/>
                <a:cs typeface="Aptos"/>
              </a:defRPr>
            </a:lvl9pPr>
          </a:lstStyle>
          <a:p xmlns:a="http://schemas.openxmlformats.org/drawingml/2006/main">
            <a:pPr algn="l">
              <a:defRPr sz="2025" b="1">
                <a:solidFill>
                  <a:srgbClr val="27775D"/>
                </a:solidFill>
                <a:latin typeface="Aptos"/>
                <a:ea typeface="Aptos"/>
                <a:cs typeface="Aptos"/>
              </a:defRPr>
            </a:pPr>
            <a:r>
              <a:rPr sz="2025" b="1">
                <a:solidFill>
                  <a:srgbClr val="27775D"/>
                </a:solidFill>
                <a:latin typeface="Aptos"/>
                <a:ea typeface="Aptos"/>
                <a:cs typeface="Aptos"/>
              </a:rPr>
              <a:t>Then Run scenario</a:t>
            </a:r>
          </a:p>
        </p:txBody>
      </p:sp>
      <p:sp>
        <p:nvSpPr>
          <p:cNvPr id="9" name="">
            <a:extLst xmlns:a="http://schemas.openxmlformats.org/drawingml/2006/main">
              <a:ext uri="{FF2B5EF4-FFF2-40B4-BE49-F238E27FC236}">
                <a16:creationId xmlns:a16="http://schemas.microsoft.com/office/drawing/2014/main" id="{C1DE4633-B100-41E9-9220-3935AAB0A076}"/>
              </a:ext>
            </a:extLst>
          </p:cNvPr>
          <p:cNvSpPr>
            <a:spLocks xmlns:a="http://schemas.openxmlformats.org/drawingml/2006/main" noGrp="1"/>
          </p:cNvSpPr>
          <p:nvPr/>
        </p:nvSpPr>
        <p:spPr>
          <a:xfrm xmlns:a="http://schemas.openxmlformats.org/drawingml/2006/main">
            <a:off x="8705850" y="4543425"/>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73C4B"/>
                </a:solidFill>
                <a:latin typeface="Aptos"/>
                <a:ea typeface="Aptos"/>
                <a:cs typeface="Aptos"/>
              </a:defRPr>
            </a:defPPr>
            <a:lvl1pPr algn="l">
              <a:defRPr sz="2100" b="1">
                <a:solidFill>
                  <a:srgbClr val="173C4B"/>
                </a:solidFill>
                <a:latin typeface="Aptos"/>
                <a:ea typeface="Aptos"/>
                <a:cs typeface="Aptos"/>
              </a:defRPr>
            </a:lvl1pPr>
            <a:lvl2pPr algn="l">
              <a:defRPr sz="2100" b="1">
                <a:solidFill>
                  <a:srgbClr val="173C4B"/>
                </a:solidFill>
                <a:latin typeface="Aptos"/>
                <a:ea typeface="Aptos"/>
                <a:cs typeface="Aptos"/>
              </a:defRPr>
            </a:lvl2pPr>
            <a:lvl3pPr algn="l">
              <a:defRPr sz="2100" b="1">
                <a:solidFill>
                  <a:srgbClr val="173C4B"/>
                </a:solidFill>
                <a:latin typeface="Aptos"/>
                <a:ea typeface="Aptos"/>
                <a:cs typeface="Aptos"/>
              </a:defRPr>
            </a:lvl3pPr>
            <a:lvl4pPr algn="l">
              <a:defRPr sz="2100" b="1">
                <a:solidFill>
                  <a:srgbClr val="173C4B"/>
                </a:solidFill>
                <a:latin typeface="Aptos"/>
                <a:ea typeface="Aptos"/>
                <a:cs typeface="Aptos"/>
              </a:defRPr>
            </a:lvl4pPr>
            <a:lvl5pPr algn="l">
              <a:defRPr sz="2100" b="1">
                <a:solidFill>
                  <a:srgbClr val="173C4B"/>
                </a:solidFill>
                <a:latin typeface="Aptos"/>
                <a:ea typeface="Aptos"/>
                <a:cs typeface="Aptos"/>
              </a:defRPr>
            </a:lvl5pPr>
            <a:lvl6pPr algn="l">
              <a:defRPr sz="2100" b="1">
                <a:solidFill>
                  <a:srgbClr val="173C4B"/>
                </a:solidFill>
                <a:latin typeface="Aptos"/>
                <a:ea typeface="Aptos"/>
                <a:cs typeface="Aptos"/>
              </a:defRPr>
            </a:lvl6pPr>
            <a:lvl7pPr algn="l">
              <a:defRPr sz="2100" b="1">
                <a:solidFill>
                  <a:srgbClr val="173C4B"/>
                </a:solidFill>
                <a:latin typeface="Aptos"/>
                <a:ea typeface="Aptos"/>
                <a:cs typeface="Aptos"/>
              </a:defRPr>
            </a:lvl7pPr>
            <a:lvl8pPr algn="l">
              <a:defRPr sz="2100" b="1">
                <a:solidFill>
                  <a:srgbClr val="173C4B"/>
                </a:solidFill>
                <a:latin typeface="Aptos"/>
                <a:ea typeface="Aptos"/>
                <a:cs typeface="Aptos"/>
              </a:defRPr>
            </a:lvl8pPr>
            <a:lvl9pPr algn="l">
              <a:defRPr sz="2100" b="1">
                <a:solidFill>
                  <a:srgbClr val="173C4B"/>
                </a:solidFill>
                <a:latin typeface="Aptos"/>
                <a:ea typeface="Aptos"/>
                <a:cs typeface="Aptos"/>
              </a:defRPr>
            </a:lvl9pPr>
          </a:lstStyle>
          <a:p xmlns:a="http://schemas.openxmlformats.org/drawingml/2006/main">
            <a:pPr algn="l">
              <a:defRPr sz="2100" b="1">
                <a:solidFill>
                  <a:srgbClr val="173C4B"/>
                </a:solidFill>
                <a:latin typeface="Aptos"/>
                <a:ea typeface="Aptos"/>
                <a:cs typeface="Aptos"/>
              </a:defRPr>
            </a:pPr>
            <a:r>
              <a:rPr sz="2100" b="1">
                <a:solidFill>
                  <a:srgbClr val="173C4B"/>
                </a:solidFill>
                <a:latin typeface="Aptos"/>
                <a:ea typeface="Aptos"/>
                <a:cs typeface="Aptos"/>
              </a:rPr>
              <a:t>More drift leaves</a:t>
            </a:r>
          </a:p>
          <a:p xmlns:a="http://schemas.openxmlformats.org/drawingml/2006/main">
            <a:pPr algn="l">
              <a:defRPr sz="2100" b="1">
                <a:solidFill>
                  <a:srgbClr val="173C4B"/>
                </a:solidFill>
                <a:latin typeface="Aptos"/>
                <a:ea typeface="Aptos"/>
                <a:cs typeface="Aptos"/>
              </a:defRPr>
            </a:pPr>
            <a:r>
              <a:rPr sz="2100" b="1">
                <a:solidFill>
                  <a:srgbClr val="173C4B"/>
                </a:solidFill>
                <a:latin typeface="Aptos"/>
                <a:ea typeface="Aptos"/>
                <a:cs typeface="Aptos"/>
              </a:rPr>
              <a:t>more residual error.</a:t>
            </a:r>
          </a:p>
        </p:txBody>
      </p:sp>
      <p:sp>
        <p:nvSpPr>
          <p:cNvPr id="10" name="">
            <a:extLst xmlns:a="http://schemas.openxmlformats.org/drawingml/2006/main">
              <a:ext uri="{FF2B5EF4-FFF2-40B4-BE49-F238E27FC236}">
                <a16:creationId xmlns:a16="http://schemas.microsoft.com/office/drawing/2014/main" id="{ED0868BA-0AB8-4149-B733-7B9C3E89F95F}"/>
              </a:ext>
            </a:extLst>
          </p:cNvPr>
          <p:cNvSpPr>
            <a:spLocks xmlns:a="http://schemas.openxmlformats.org/drawingml/2006/main" noGrp="1"/>
          </p:cNvSpPr>
          <p:nvPr/>
        </p:nvSpPr>
        <p:spPr>
          <a:xfrm xmlns:a="http://schemas.openxmlformats.org/drawingml/2006/main">
            <a:off x="619125" y="59531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5A6F76"/>
                </a:solidFill>
                <a:latin typeface="Aptos"/>
                <a:ea typeface="Aptos"/>
                <a:cs typeface="Aptos"/>
              </a:defRPr>
            </a:defPPr>
            <a:lvl1pPr algn="l">
              <a:defRPr sz="1500" b="0">
                <a:solidFill>
                  <a:srgbClr val="5A6F76"/>
                </a:solidFill>
                <a:latin typeface="Aptos"/>
                <a:ea typeface="Aptos"/>
                <a:cs typeface="Aptos"/>
              </a:defRPr>
            </a:lvl1pPr>
            <a:lvl2pPr algn="l">
              <a:defRPr sz="1500" b="0">
                <a:solidFill>
                  <a:srgbClr val="5A6F76"/>
                </a:solidFill>
                <a:latin typeface="Aptos"/>
                <a:ea typeface="Aptos"/>
                <a:cs typeface="Aptos"/>
              </a:defRPr>
            </a:lvl2pPr>
            <a:lvl3pPr algn="l">
              <a:defRPr sz="1500" b="0">
                <a:solidFill>
                  <a:srgbClr val="5A6F76"/>
                </a:solidFill>
                <a:latin typeface="Aptos"/>
                <a:ea typeface="Aptos"/>
                <a:cs typeface="Aptos"/>
              </a:defRPr>
            </a:lvl3pPr>
            <a:lvl4pPr algn="l">
              <a:defRPr sz="1500" b="0">
                <a:solidFill>
                  <a:srgbClr val="5A6F76"/>
                </a:solidFill>
                <a:latin typeface="Aptos"/>
                <a:ea typeface="Aptos"/>
                <a:cs typeface="Aptos"/>
              </a:defRPr>
            </a:lvl4pPr>
            <a:lvl5pPr algn="l">
              <a:defRPr sz="1500" b="0">
                <a:solidFill>
                  <a:srgbClr val="5A6F76"/>
                </a:solidFill>
                <a:latin typeface="Aptos"/>
                <a:ea typeface="Aptos"/>
                <a:cs typeface="Aptos"/>
              </a:defRPr>
            </a:lvl5pPr>
            <a:lvl6pPr algn="l">
              <a:defRPr sz="1500" b="0">
                <a:solidFill>
                  <a:srgbClr val="5A6F76"/>
                </a:solidFill>
                <a:latin typeface="Aptos"/>
                <a:ea typeface="Aptos"/>
                <a:cs typeface="Aptos"/>
              </a:defRPr>
            </a:lvl6pPr>
            <a:lvl7pPr algn="l">
              <a:defRPr sz="1500" b="0">
                <a:solidFill>
                  <a:srgbClr val="5A6F76"/>
                </a:solidFill>
                <a:latin typeface="Aptos"/>
                <a:ea typeface="Aptos"/>
                <a:cs typeface="Aptos"/>
              </a:defRPr>
            </a:lvl7pPr>
            <a:lvl8pPr algn="l">
              <a:defRPr sz="1500" b="0">
                <a:solidFill>
                  <a:srgbClr val="5A6F76"/>
                </a:solidFill>
                <a:latin typeface="Aptos"/>
                <a:ea typeface="Aptos"/>
                <a:cs typeface="Aptos"/>
              </a:defRPr>
            </a:lvl8pPr>
            <a:lvl9pPr algn="l">
              <a:defRPr sz="1500" b="0">
                <a:solidFill>
                  <a:srgbClr val="5A6F76"/>
                </a:solidFill>
                <a:latin typeface="Aptos"/>
                <a:ea typeface="Aptos"/>
                <a:cs typeface="Aptos"/>
              </a:defRPr>
            </a:lvl9pPr>
          </a:lstStyle>
          <a:p xmlns:a="http://schemas.openxmlformats.org/drawingml/2006/main">
            <a:pPr algn="l">
              <a:defRPr sz="1500" b="0">
                <a:solidFill>
                  <a:srgbClr val="5A6F76"/>
                </a:solidFill>
                <a:latin typeface="Aptos"/>
                <a:ea typeface="Aptos"/>
                <a:cs typeface="Aptos"/>
              </a:defRPr>
            </a:pPr>
            <a:r>
              <a:rPr sz="1500" b="0">
                <a:solidFill>
                  <a:srgbClr val="5A6F76"/>
                </a:solidFill>
                <a:latin typeface="Aptos"/>
                <a:ea typeface="Aptos"/>
                <a:cs typeface="Aptos"/>
              </a:rPr>
              <a:t>Map inference, sensor controls, pollutant trends, coverage audits and dataset exports work offline.</a:t>
            </a:r>
          </a:p>
        </p:txBody>
      </p:sp>
    </p:spTree>
    <p:extLst>
      <p:ext uri="{BB962C8B-B14F-4D97-AF65-F5344CB8AC3E}">
        <p14:creationId xmlns:p14="http://schemas.microsoft.com/office/powerpoint/2010/main" val="197651856"/>
      </p:ext>
    </p:extLst>
  </p:cSld>
</p:sld>
</file>

<file path=ppt/slides/slide11.xml><?xml version="1.0" encoding="utf-8"?>
<p:sld xmlns:p="http://schemas.openxmlformats.org/presentationml/2006/main">
  <p:cSld>
    <p:bg>
      <p:bgPr>
        <a:solidFill xmlns:a="http://schemas.openxmlformats.org/drawingml/2006/main">
          <a:srgbClr val="102D3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E3DB8A-624B-45D3-8891-97C96F13758F}"/>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FFFFFF"/>
                </a:solidFill>
                <a:latin typeface="Aptos"/>
                <a:ea typeface="Aptos"/>
                <a:cs typeface="Aptos"/>
              </a:defRPr>
            </a:defPPr>
            <a:lvl1pPr algn="l">
              <a:defRPr sz="3375" b="1">
                <a:solidFill>
                  <a:srgbClr val="FFFFFF"/>
                </a:solidFill>
                <a:latin typeface="Aptos"/>
                <a:ea typeface="Aptos"/>
                <a:cs typeface="Aptos"/>
              </a:defRPr>
            </a:lvl1pPr>
            <a:lvl2pPr algn="l">
              <a:defRPr sz="3375" b="1">
                <a:solidFill>
                  <a:srgbClr val="FFFFFF"/>
                </a:solidFill>
                <a:latin typeface="Aptos"/>
                <a:ea typeface="Aptos"/>
                <a:cs typeface="Aptos"/>
              </a:defRPr>
            </a:lvl2pPr>
            <a:lvl3pPr algn="l">
              <a:defRPr sz="3375" b="1">
                <a:solidFill>
                  <a:srgbClr val="FFFFFF"/>
                </a:solidFill>
                <a:latin typeface="Aptos"/>
                <a:ea typeface="Aptos"/>
                <a:cs typeface="Aptos"/>
              </a:defRPr>
            </a:lvl3pPr>
            <a:lvl4pPr algn="l">
              <a:defRPr sz="3375" b="1">
                <a:solidFill>
                  <a:srgbClr val="FFFFFF"/>
                </a:solidFill>
                <a:latin typeface="Aptos"/>
                <a:ea typeface="Aptos"/>
                <a:cs typeface="Aptos"/>
              </a:defRPr>
            </a:lvl4pPr>
            <a:lvl5pPr algn="l">
              <a:defRPr sz="3375" b="1">
                <a:solidFill>
                  <a:srgbClr val="FFFFFF"/>
                </a:solidFill>
                <a:latin typeface="Aptos"/>
                <a:ea typeface="Aptos"/>
                <a:cs typeface="Aptos"/>
              </a:defRPr>
            </a:lvl5pPr>
            <a:lvl6pPr algn="l">
              <a:defRPr sz="3375" b="1">
                <a:solidFill>
                  <a:srgbClr val="FFFFFF"/>
                </a:solidFill>
                <a:latin typeface="Aptos"/>
                <a:ea typeface="Aptos"/>
                <a:cs typeface="Aptos"/>
              </a:defRPr>
            </a:lvl6pPr>
            <a:lvl7pPr algn="l">
              <a:defRPr sz="3375" b="1">
                <a:solidFill>
                  <a:srgbClr val="FFFFFF"/>
                </a:solidFill>
                <a:latin typeface="Aptos"/>
                <a:ea typeface="Aptos"/>
                <a:cs typeface="Aptos"/>
              </a:defRPr>
            </a:lvl7pPr>
            <a:lvl8pPr algn="l">
              <a:defRPr sz="3375" b="1">
                <a:solidFill>
                  <a:srgbClr val="FFFFFF"/>
                </a:solidFill>
                <a:latin typeface="Aptos"/>
                <a:ea typeface="Aptos"/>
                <a:cs typeface="Aptos"/>
              </a:defRPr>
            </a:lvl8pPr>
            <a:lvl9pPr algn="l">
              <a:defRPr sz="3375" b="1">
                <a:solidFill>
                  <a:srgbClr val="FFFFFF"/>
                </a:solidFill>
                <a:latin typeface="Aptos"/>
                <a:ea typeface="Aptos"/>
                <a:cs typeface="Aptos"/>
              </a:defRPr>
            </a:lvl9pPr>
          </a:lstStyle>
          <a:p xmlns:a="http://schemas.openxmlformats.org/drawingml/2006/main">
            <a:pPr algn="l">
              <a:defRPr sz="3375" b="1">
                <a:solidFill>
                  <a:srgbClr val="FFFFFF"/>
                </a:solidFill>
                <a:latin typeface="Aptos"/>
                <a:ea typeface="Aptos"/>
                <a:cs typeface="Aptos"/>
              </a:defRPr>
            </a:pPr>
            <a:r>
              <a:rPr sz="3375" b="1">
                <a:solidFill>
                  <a:srgbClr val="FFFFFF"/>
                </a:solidFill>
                <a:latin typeface="Aptos"/>
                <a:ea typeface="Aptos"/>
                <a:cs typeface="Aptos"/>
              </a:rPr>
              <a:t>Privacy and communication are measured tradeoffs</a:t>
            </a:r>
          </a:p>
        </p:txBody>
      </p:sp>
      <p:sp>
        <p:nvSpPr>
          <p:cNvPr id="2" name="">
            <a:extLst xmlns:a="http://schemas.openxmlformats.org/drawingml/2006/main">
              <a:ext uri="{FF2B5EF4-FFF2-40B4-BE49-F238E27FC236}">
                <a16:creationId xmlns:a16="http://schemas.microsoft.com/office/drawing/2014/main" id="{064E14C5-228F-40A5-A1C4-310127848CFE}"/>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ADF0CF"/>
                </a:solidFill>
                <a:latin typeface="Aptos"/>
                <a:ea typeface="Aptos"/>
                <a:cs typeface="Aptos"/>
              </a:defRPr>
            </a:defPPr>
            <a:lvl1pPr algn="l">
              <a:defRPr sz="1725" b="0">
                <a:solidFill>
                  <a:srgbClr val="ADF0CF"/>
                </a:solidFill>
                <a:latin typeface="Aptos"/>
                <a:ea typeface="Aptos"/>
                <a:cs typeface="Aptos"/>
              </a:defRPr>
            </a:lvl1pPr>
            <a:lvl2pPr algn="l">
              <a:defRPr sz="1725" b="0">
                <a:solidFill>
                  <a:srgbClr val="ADF0CF"/>
                </a:solidFill>
                <a:latin typeface="Aptos"/>
                <a:ea typeface="Aptos"/>
                <a:cs typeface="Aptos"/>
              </a:defRPr>
            </a:lvl2pPr>
            <a:lvl3pPr algn="l">
              <a:defRPr sz="1725" b="0">
                <a:solidFill>
                  <a:srgbClr val="ADF0CF"/>
                </a:solidFill>
                <a:latin typeface="Aptos"/>
                <a:ea typeface="Aptos"/>
                <a:cs typeface="Aptos"/>
              </a:defRPr>
            </a:lvl3pPr>
            <a:lvl4pPr algn="l">
              <a:defRPr sz="1725" b="0">
                <a:solidFill>
                  <a:srgbClr val="ADF0CF"/>
                </a:solidFill>
                <a:latin typeface="Aptos"/>
                <a:ea typeface="Aptos"/>
                <a:cs typeface="Aptos"/>
              </a:defRPr>
            </a:lvl4pPr>
            <a:lvl5pPr algn="l">
              <a:defRPr sz="1725" b="0">
                <a:solidFill>
                  <a:srgbClr val="ADF0CF"/>
                </a:solidFill>
                <a:latin typeface="Aptos"/>
                <a:ea typeface="Aptos"/>
                <a:cs typeface="Aptos"/>
              </a:defRPr>
            </a:lvl5pPr>
            <a:lvl6pPr algn="l">
              <a:defRPr sz="1725" b="0">
                <a:solidFill>
                  <a:srgbClr val="ADF0CF"/>
                </a:solidFill>
                <a:latin typeface="Aptos"/>
                <a:ea typeface="Aptos"/>
                <a:cs typeface="Aptos"/>
              </a:defRPr>
            </a:lvl6pPr>
            <a:lvl7pPr algn="l">
              <a:defRPr sz="1725" b="0">
                <a:solidFill>
                  <a:srgbClr val="ADF0CF"/>
                </a:solidFill>
                <a:latin typeface="Aptos"/>
                <a:ea typeface="Aptos"/>
                <a:cs typeface="Aptos"/>
              </a:defRPr>
            </a:lvl7pPr>
            <a:lvl8pPr algn="l">
              <a:defRPr sz="1725" b="0">
                <a:solidFill>
                  <a:srgbClr val="ADF0CF"/>
                </a:solidFill>
                <a:latin typeface="Aptos"/>
                <a:ea typeface="Aptos"/>
                <a:cs typeface="Aptos"/>
              </a:defRPr>
            </a:lvl8pPr>
            <a:lvl9pPr algn="l">
              <a:defRPr sz="1725" b="0">
                <a:solidFill>
                  <a:srgbClr val="ADF0CF"/>
                </a:solidFill>
                <a:latin typeface="Aptos"/>
                <a:ea typeface="Aptos"/>
                <a:cs typeface="Aptos"/>
              </a:defRPr>
            </a:lvl9pPr>
          </a:lstStyle>
          <a:p xmlns:a="http://schemas.openxmlformats.org/drawingml/2006/main">
            <a:pPr algn="l">
              <a:defRPr sz="1725" b="0">
                <a:solidFill>
                  <a:srgbClr val="ADF0CF"/>
                </a:solidFill>
                <a:latin typeface="Aptos"/>
                <a:ea typeface="Aptos"/>
                <a:cs typeface="Aptos"/>
              </a:defRPr>
            </a:pPr>
            <a:r>
              <a:rPr sz="1725" b="0">
                <a:solidFill>
                  <a:srgbClr val="ADF0CF"/>
                </a:solidFill>
                <a:latin typeface="Aptos"/>
                <a:ea typeface="Aptos"/>
                <a:cs typeface="Aptos"/>
              </a:rPr>
              <a:t>A specified empirical probe and parameter accounting; no formal privacy guarantee.</a:t>
            </a:r>
          </a:p>
        </p:txBody>
      </p:sp>
      <p:sp>
        <p:nvSpPr>
          <p:cNvPr id="3" name="">
            <a:extLst xmlns:a="http://schemas.openxmlformats.org/drawingml/2006/main">
              <a:ext uri="{FF2B5EF4-FFF2-40B4-BE49-F238E27FC236}">
                <a16:creationId xmlns:a16="http://schemas.microsoft.com/office/drawing/2014/main" id="{292BE175-4F00-4D71-A05F-6A2F66C9C808}"/>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BDD0D5"/>
                </a:solidFill>
                <a:latin typeface="Aptos"/>
                <a:ea typeface="Aptos"/>
                <a:cs typeface="Aptos"/>
              </a:defRPr>
            </a:defPPr>
            <a:lvl1pPr algn="l">
              <a:defRPr sz="1125" b="0">
                <a:solidFill>
                  <a:srgbClr val="BDD0D5"/>
                </a:solidFill>
                <a:latin typeface="Aptos"/>
                <a:ea typeface="Aptos"/>
                <a:cs typeface="Aptos"/>
              </a:defRPr>
            </a:lvl1pPr>
            <a:lvl2pPr algn="l">
              <a:defRPr sz="1125" b="0">
                <a:solidFill>
                  <a:srgbClr val="BDD0D5"/>
                </a:solidFill>
                <a:latin typeface="Aptos"/>
                <a:ea typeface="Aptos"/>
                <a:cs typeface="Aptos"/>
              </a:defRPr>
            </a:lvl2pPr>
            <a:lvl3pPr algn="l">
              <a:defRPr sz="1125" b="0">
                <a:solidFill>
                  <a:srgbClr val="BDD0D5"/>
                </a:solidFill>
                <a:latin typeface="Aptos"/>
                <a:ea typeface="Aptos"/>
                <a:cs typeface="Aptos"/>
              </a:defRPr>
            </a:lvl3pPr>
            <a:lvl4pPr algn="l">
              <a:defRPr sz="1125" b="0">
                <a:solidFill>
                  <a:srgbClr val="BDD0D5"/>
                </a:solidFill>
                <a:latin typeface="Aptos"/>
                <a:ea typeface="Aptos"/>
                <a:cs typeface="Aptos"/>
              </a:defRPr>
            </a:lvl4pPr>
            <a:lvl5pPr algn="l">
              <a:defRPr sz="1125" b="0">
                <a:solidFill>
                  <a:srgbClr val="BDD0D5"/>
                </a:solidFill>
                <a:latin typeface="Aptos"/>
                <a:ea typeface="Aptos"/>
                <a:cs typeface="Aptos"/>
              </a:defRPr>
            </a:lvl5pPr>
            <a:lvl6pPr algn="l">
              <a:defRPr sz="1125" b="0">
                <a:solidFill>
                  <a:srgbClr val="BDD0D5"/>
                </a:solidFill>
                <a:latin typeface="Aptos"/>
                <a:ea typeface="Aptos"/>
                <a:cs typeface="Aptos"/>
              </a:defRPr>
            </a:lvl6pPr>
            <a:lvl7pPr algn="l">
              <a:defRPr sz="1125" b="0">
                <a:solidFill>
                  <a:srgbClr val="BDD0D5"/>
                </a:solidFill>
                <a:latin typeface="Aptos"/>
                <a:ea typeface="Aptos"/>
                <a:cs typeface="Aptos"/>
              </a:defRPr>
            </a:lvl7pPr>
            <a:lvl8pPr algn="l">
              <a:defRPr sz="1125" b="0">
                <a:solidFill>
                  <a:srgbClr val="BDD0D5"/>
                </a:solidFill>
                <a:latin typeface="Aptos"/>
                <a:ea typeface="Aptos"/>
                <a:cs typeface="Aptos"/>
              </a:defRPr>
            </a:lvl8pPr>
            <a:lvl9pPr algn="l">
              <a:defRPr sz="1125" b="0">
                <a:solidFill>
                  <a:srgbClr val="BDD0D5"/>
                </a:solidFill>
                <a:latin typeface="Aptos"/>
                <a:ea typeface="Aptos"/>
                <a:cs typeface="Aptos"/>
              </a:defRPr>
            </a:lvl9pPr>
          </a:lstStyle>
          <a:p xmlns:a="http://schemas.openxmlformats.org/drawingml/2006/main">
            <a:pPr algn="l">
              <a:defRPr sz="1125" b="0">
                <a:solidFill>
                  <a:srgbClr val="BDD0D5"/>
                </a:solidFill>
                <a:latin typeface="Aptos"/>
                <a:ea typeface="Aptos"/>
                <a:cs typeface="Aptos"/>
              </a:defRPr>
            </a:pPr>
            <a:r>
              <a:rPr sz="1125" b="0">
                <a:solidFill>
                  <a:srgbClr val="BDD0D5"/>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99B19280-8639-46F0-83B0-15DC73C720D4}"/>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ADF0CF"/>
                </a:solidFill>
                <a:latin typeface="Aptos"/>
                <a:ea typeface="Aptos"/>
                <a:cs typeface="Aptos"/>
              </a:defRPr>
            </a:defPPr>
            <a:lvl1pPr algn="r">
              <a:defRPr sz="1350" b="1">
                <a:solidFill>
                  <a:srgbClr val="ADF0CF"/>
                </a:solidFill>
                <a:latin typeface="Aptos"/>
                <a:ea typeface="Aptos"/>
                <a:cs typeface="Aptos"/>
              </a:defRPr>
            </a:lvl1pPr>
            <a:lvl2pPr algn="r">
              <a:defRPr sz="1350" b="1">
                <a:solidFill>
                  <a:srgbClr val="ADF0CF"/>
                </a:solidFill>
                <a:latin typeface="Aptos"/>
                <a:ea typeface="Aptos"/>
                <a:cs typeface="Aptos"/>
              </a:defRPr>
            </a:lvl2pPr>
            <a:lvl3pPr algn="r">
              <a:defRPr sz="1350" b="1">
                <a:solidFill>
                  <a:srgbClr val="ADF0CF"/>
                </a:solidFill>
                <a:latin typeface="Aptos"/>
                <a:ea typeface="Aptos"/>
                <a:cs typeface="Aptos"/>
              </a:defRPr>
            </a:lvl3pPr>
            <a:lvl4pPr algn="r">
              <a:defRPr sz="1350" b="1">
                <a:solidFill>
                  <a:srgbClr val="ADF0CF"/>
                </a:solidFill>
                <a:latin typeface="Aptos"/>
                <a:ea typeface="Aptos"/>
                <a:cs typeface="Aptos"/>
              </a:defRPr>
            </a:lvl4pPr>
            <a:lvl5pPr algn="r">
              <a:defRPr sz="1350" b="1">
                <a:solidFill>
                  <a:srgbClr val="ADF0CF"/>
                </a:solidFill>
                <a:latin typeface="Aptos"/>
                <a:ea typeface="Aptos"/>
                <a:cs typeface="Aptos"/>
              </a:defRPr>
            </a:lvl5pPr>
            <a:lvl6pPr algn="r">
              <a:defRPr sz="1350" b="1">
                <a:solidFill>
                  <a:srgbClr val="ADF0CF"/>
                </a:solidFill>
                <a:latin typeface="Aptos"/>
                <a:ea typeface="Aptos"/>
                <a:cs typeface="Aptos"/>
              </a:defRPr>
            </a:lvl6pPr>
            <a:lvl7pPr algn="r">
              <a:defRPr sz="1350" b="1">
                <a:solidFill>
                  <a:srgbClr val="ADF0CF"/>
                </a:solidFill>
                <a:latin typeface="Aptos"/>
                <a:ea typeface="Aptos"/>
                <a:cs typeface="Aptos"/>
              </a:defRPr>
            </a:lvl7pPr>
            <a:lvl8pPr algn="r">
              <a:defRPr sz="1350" b="1">
                <a:solidFill>
                  <a:srgbClr val="ADF0CF"/>
                </a:solidFill>
                <a:latin typeface="Aptos"/>
                <a:ea typeface="Aptos"/>
                <a:cs typeface="Aptos"/>
              </a:defRPr>
            </a:lvl8pPr>
            <a:lvl9pPr algn="r">
              <a:defRPr sz="1350" b="1">
                <a:solidFill>
                  <a:srgbClr val="ADF0CF"/>
                </a:solidFill>
                <a:latin typeface="Aptos"/>
                <a:ea typeface="Aptos"/>
                <a:cs typeface="Aptos"/>
              </a:defRPr>
            </a:lvl9pPr>
          </a:lstStyle>
          <a:p xmlns:a="http://schemas.openxmlformats.org/drawingml/2006/main">
            <a:pPr algn="r">
              <a:defRPr sz="1350" b="1">
                <a:solidFill>
                  <a:srgbClr val="ADF0CF"/>
                </a:solidFill>
                <a:latin typeface="Aptos"/>
                <a:ea typeface="Aptos"/>
                <a:cs typeface="Aptos"/>
              </a:defRPr>
            </a:pPr>
            <a:r>
              <a:rPr sz="1350" b="1">
                <a:solidFill>
                  <a:srgbClr val="ADF0CF"/>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64F1A4AB-DB4A-4A8A-9DEF-D0BF63D5AFED}"/>
              </a:ext>
            </a:extLst>
          </p:cNvPr>
          <p:cNvSpPr>
            <a:spLocks xmlns:a="http://schemas.openxmlformats.org/drawingml/2006/main" noGrp="1"/>
          </p:cNvSpPr>
          <p:nvPr/>
        </p:nvSpPr>
        <p:spPr>
          <a:xfrm xmlns:a="http://schemas.openxmlformats.org/drawingml/2006/main">
            <a:off x="647700" y="231457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300" b="1">
                <a:solidFill>
                  <a:srgbClr val="ADF0CF"/>
                </a:solidFill>
                <a:latin typeface="Aptos"/>
                <a:ea typeface="Aptos"/>
                <a:cs typeface="Aptos"/>
              </a:defRPr>
            </a:defPPr>
            <a:lvl1pPr algn="l">
              <a:defRPr sz="6300" b="1">
                <a:solidFill>
                  <a:srgbClr val="ADF0CF"/>
                </a:solidFill>
                <a:latin typeface="Aptos"/>
                <a:ea typeface="Aptos"/>
                <a:cs typeface="Aptos"/>
              </a:defRPr>
            </a:lvl1pPr>
            <a:lvl2pPr algn="l">
              <a:defRPr sz="6300" b="1">
                <a:solidFill>
                  <a:srgbClr val="ADF0CF"/>
                </a:solidFill>
                <a:latin typeface="Aptos"/>
                <a:ea typeface="Aptos"/>
                <a:cs typeface="Aptos"/>
              </a:defRPr>
            </a:lvl2pPr>
            <a:lvl3pPr algn="l">
              <a:defRPr sz="6300" b="1">
                <a:solidFill>
                  <a:srgbClr val="ADF0CF"/>
                </a:solidFill>
                <a:latin typeface="Aptos"/>
                <a:ea typeface="Aptos"/>
                <a:cs typeface="Aptos"/>
              </a:defRPr>
            </a:lvl3pPr>
            <a:lvl4pPr algn="l">
              <a:defRPr sz="6300" b="1">
                <a:solidFill>
                  <a:srgbClr val="ADF0CF"/>
                </a:solidFill>
                <a:latin typeface="Aptos"/>
                <a:ea typeface="Aptos"/>
                <a:cs typeface="Aptos"/>
              </a:defRPr>
            </a:lvl4pPr>
            <a:lvl5pPr algn="l">
              <a:defRPr sz="6300" b="1">
                <a:solidFill>
                  <a:srgbClr val="ADF0CF"/>
                </a:solidFill>
                <a:latin typeface="Aptos"/>
                <a:ea typeface="Aptos"/>
                <a:cs typeface="Aptos"/>
              </a:defRPr>
            </a:lvl5pPr>
            <a:lvl6pPr algn="l">
              <a:defRPr sz="6300" b="1">
                <a:solidFill>
                  <a:srgbClr val="ADF0CF"/>
                </a:solidFill>
                <a:latin typeface="Aptos"/>
                <a:ea typeface="Aptos"/>
                <a:cs typeface="Aptos"/>
              </a:defRPr>
            </a:lvl6pPr>
            <a:lvl7pPr algn="l">
              <a:defRPr sz="6300" b="1">
                <a:solidFill>
                  <a:srgbClr val="ADF0CF"/>
                </a:solidFill>
                <a:latin typeface="Aptos"/>
                <a:ea typeface="Aptos"/>
                <a:cs typeface="Aptos"/>
              </a:defRPr>
            </a:lvl7pPr>
            <a:lvl8pPr algn="l">
              <a:defRPr sz="6300" b="1">
                <a:solidFill>
                  <a:srgbClr val="ADF0CF"/>
                </a:solidFill>
                <a:latin typeface="Aptos"/>
                <a:ea typeface="Aptos"/>
                <a:cs typeface="Aptos"/>
              </a:defRPr>
            </a:lvl8pPr>
            <a:lvl9pPr algn="l">
              <a:defRPr sz="6300" b="1">
                <a:solidFill>
                  <a:srgbClr val="ADF0CF"/>
                </a:solidFill>
                <a:latin typeface="Aptos"/>
                <a:ea typeface="Aptos"/>
                <a:cs typeface="Aptos"/>
              </a:defRPr>
            </a:lvl9pPr>
          </a:lstStyle>
          <a:p xmlns:a="http://schemas.openxmlformats.org/drawingml/2006/main">
            <a:pPr algn="l">
              <a:defRPr sz="6300" b="1">
                <a:solidFill>
                  <a:srgbClr val="ADF0CF"/>
                </a:solidFill>
                <a:latin typeface="Aptos"/>
                <a:ea typeface="Aptos"/>
                <a:cs typeface="Aptos"/>
              </a:defRPr>
            </a:pPr>
            <a:r>
              <a:rPr sz="6300" b="1">
                <a:solidFill>
                  <a:srgbClr val="ADF0CF"/>
                </a:solidFill>
                <a:latin typeface="Aptos"/>
                <a:ea typeface="Aptos"/>
                <a:cs typeface="Aptos"/>
              </a:rPr>
              <a:t>0.502</a:t>
            </a:r>
          </a:p>
        </p:txBody>
      </p:sp>
      <p:sp>
        <p:nvSpPr>
          <p:cNvPr id="6" name="">
            <a:extLst xmlns:a="http://schemas.openxmlformats.org/drawingml/2006/main">
              <a:ext uri="{FF2B5EF4-FFF2-40B4-BE49-F238E27FC236}">
                <a16:creationId xmlns:a16="http://schemas.microsoft.com/office/drawing/2014/main" id="{44D967B1-F7A9-4BEF-BD39-11D03A27A735}"/>
              </a:ext>
            </a:extLst>
          </p:cNvPr>
          <p:cNvSpPr>
            <a:spLocks xmlns:a="http://schemas.openxmlformats.org/drawingml/2006/main" noGrp="1"/>
          </p:cNvSpPr>
          <p:nvPr/>
        </p:nvSpPr>
        <p:spPr>
          <a:xfrm xmlns:a="http://schemas.openxmlformats.org/drawingml/2006/main">
            <a:off x="695325" y="3562350"/>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FFFFFF"/>
                </a:solidFill>
                <a:latin typeface="Aptos"/>
                <a:ea typeface="Aptos"/>
                <a:cs typeface="Aptos"/>
              </a:defRPr>
            </a:defPPr>
            <a:lvl1pPr algn="l">
              <a:defRPr sz="2250" b="1">
                <a:solidFill>
                  <a:srgbClr val="FFFFFF"/>
                </a:solidFill>
                <a:latin typeface="Aptos"/>
                <a:ea typeface="Aptos"/>
                <a:cs typeface="Aptos"/>
              </a:defRPr>
            </a:lvl1pPr>
            <a:lvl2pPr algn="l">
              <a:defRPr sz="2250" b="1">
                <a:solidFill>
                  <a:srgbClr val="FFFFFF"/>
                </a:solidFill>
                <a:latin typeface="Aptos"/>
                <a:ea typeface="Aptos"/>
                <a:cs typeface="Aptos"/>
              </a:defRPr>
            </a:lvl2pPr>
            <a:lvl3pPr algn="l">
              <a:defRPr sz="2250" b="1">
                <a:solidFill>
                  <a:srgbClr val="FFFFFF"/>
                </a:solidFill>
                <a:latin typeface="Aptos"/>
                <a:ea typeface="Aptos"/>
                <a:cs typeface="Aptos"/>
              </a:defRPr>
            </a:lvl3pPr>
            <a:lvl4pPr algn="l">
              <a:defRPr sz="2250" b="1">
                <a:solidFill>
                  <a:srgbClr val="FFFFFF"/>
                </a:solidFill>
                <a:latin typeface="Aptos"/>
                <a:ea typeface="Aptos"/>
                <a:cs typeface="Aptos"/>
              </a:defRPr>
            </a:lvl4pPr>
            <a:lvl5pPr algn="l">
              <a:defRPr sz="2250" b="1">
                <a:solidFill>
                  <a:srgbClr val="FFFFFF"/>
                </a:solidFill>
                <a:latin typeface="Aptos"/>
                <a:ea typeface="Aptos"/>
                <a:cs typeface="Aptos"/>
              </a:defRPr>
            </a:lvl5pPr>
            <a:lvl6pPr algn="l">
              <a:defRPr sz="2250" b="1">
                <a:solidFill>
                  <a:srgbClr val="FFFFFF"/>
                </a:solidFill>
                <a:latin typeface="Aptos"/>
                <a:ea typeface="Aptos"/>
                <a:cs typeface="Aptos"/>
              </a:defRPr>
            </a:lvl6pPr>
            <a:lvl7pPr algn="l">
              <a:defRPr sz="2250" b="1">
                <a:solidFill>
                  <a:srgbClr val="FFFFFF"/>
                </a:solidFill>
                <a:latin typeface="Aptos"/>
                <a:ea typeface="Aptos"/>
                <a:cs typeface="Aptos"/>
              </a:defRPr>
            </a:lvl7pPr>
            <a:lvl8pPr algn="l">
              <a:defRPr sz="2250" b="1">
                <a:solidFill>
                  <a:srgbClr val="FFFFFF"/>
                </a:solidFill>
                <a:latin typeface="Aptos"/>
                <a:ea typeface="Aptos"/>
                <a:cs typeface="Aptos"/>
              </a:defRPr>
            </a:lvl8pPr>
            <a:lvl9pPr algn="l">
              <a:defRPr sz="2250" b="1">
                <a:solidFill>
                  <a:srgbClr val="FFFFFF"/>
                </a:solidFill>
                <a:latin typeface="Aptos"/>
                <a:ea typeface="Aptos"/>
                <a:cs typeface="Aptos"/>
              </a:defRPr>
            </a:lvl9pPr>
          </a:lstStyle>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Membership-inference AUC</a:t>
            </a:r>
          </a:p>
        </p:txBody>
      </p:sp>
      <p:sp>
        <p:nvSpPr>
          <p:cNvPr id="7" name="">
            <a:extLst xmlns:a="http://schemas.openxmlformats.org/drawingml/2006/main">
              <a:ext uri="{FF2B5EF4-FFF2-40B4-BE49-F238E27FC236}">
                <a16:creationId xmlns:a16="http://schemas.microsoft.com/office/drawing/2014/main" id="{AC1AF223-930B-4FF5-BD84-ED4ED42F597A}"/>
              </a:ext>
            </a:extLst>
          </p:cNvPr>
          <p:cNvSpPr>
            <a:spLocks xmlns:a="http://schemas.openxmlformats.org/drawingml/2006/main" noGrp="1"/>
          </p:cNvSpPr>
          <p:nvPr/>
        </p:nvSpPr>
        <p:spPr>
          <a:xfrm xmlns:a="http://schemas.openxmlformats.org/drawingml/2006/main">
            <a:off x="714375" y="4229100"/>
            <a:ext cx="4905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C2D5DA"/>
                </a:solidFill>
                <a:latin typeface="Aptos"/>
                <a:ea typeface="Aptos"/>
                <a:cs typeface="Aptos"/>
              </a:defRPr>
            </a:defPPr>
            <a:lvl1pPr algn="l">
              <a:defRPr sz="2025" b="0">
                <a:solidFill>
                  <a:srgbClr val="C2D5DA"/>
                </a:solidFill>
                <a:latin typeface="Aptos"/>
                <a:ea typeface="Aptos"/>
                <a:cs typeface="Aptos"/>
              </a:defRPr>
            </a:lvl1pPr>
            <a:lvl2pPr algn="l">
              <a:defRPr sz="2025" b="0">
                <a:solidFill>
                  <a:srgbClr val="C2D5DA"/>
                </a:solidFill>
                <a:latin typeface="Aptos"/>
                <a:ea typeface="Aptos"/>
                <a:cs typeface="Aptos"/>
              </a:defRPr>
            </a:lvl2pPr>
            <a:lvl3pPr algn="l">
              <a:defRPr sz="2025" b="0">
                <a:solidFill>
                  <a:srgbClr val="C2D5DA"/>
                </a:solidFill>
                <a:latin typeface="Aptos"/>
                <a:ea typeface="Aptos"/>
                <a:cs typeface="Aptos"/>
              </a:defRPr>
            </a:lvl3pPr>
            <a:lvl4pPr algn="l">
              <a:defRPr sz="2025" b="0">
                <a:solidFill>
                  <a:srgbClr val="C2D5DA"/>
                </a:solidFill>
                <a:latin typeface="Aptos"/>
                <a:ea typeface="Aptos"/>
                <a:cs typeface="Aptos"/>
              </a:defRPr>
            </a:lvl4pPr>
            <a:lvl5pPr algn="l">
              <a:defRPr sz="2025" b="0">
                <a:solidFill>
                  <a:srgbClr val="C2D5DA"/>
                </a:solidFill>
                <a:latin typeface="Aptos"/>
                <a:ea typeface="Aptos"/>
                <a:cs typeface="Aptos"/>
              </a:defRPr>
            </a:lvl5pPr>
            <a:lvl6pPr algn="l">
              <a:defRPr sz="2025" b="0">
                <a:solidFill>
                  <a:srgbClr val="C2D5DA"/>
                </a:solidFill>
                <a:latin typeface="Aptos"/>
                <a:ea typeface="Aptos"/>
                <a:cs typeface="Aptos"/>
              </a:defRPr>
            </a:lvl6pPr>
            <a:lvl7pPr algn="l">
              <a:defRPr sz="2025" b="0">
                <a:solidFill>
                  <a:srgbClr val="C2D5DA"/>
                </a:solidFill>
                <a:latin typeface="Aptos"/>
                <a:ea typeface="Aptos"/>
                <a:cs typeface="Aptos"/>
              </a:defRPr>
            </a:lvl7pPr>
            <a:lvl8pPr algn="l">
              <a:defRPr sz="2025" b="0">
                <a:solidFill>
                  <a:srgbClr val="C2D5DA"/>
                </a:solidFill>
                <a:latin typeface="Aptos"/>
                <a:ea typeface="Aptos"/>
                <a:cs typeface="Aptos"/>
              </a:defRPr>
            </a:lvl8pPr>
            <a:lvl9pPr algn="l">
              <a:defRPr sz="2025" b="0">
                <a:solidFill>
                  <a:srgbClr val="C2D5DA"/>
                </a:solidFill>
                <a:latin typeface="Aptos"/>
                <a:ea typeface="Aptos"/>
                <a:cs typeface="Aptos"/>
              </a:defRPr>
            </a:lvl9pPr>
          </a:lstStyle>
          <a:p xmlns:a="http://schemas.openxmlformats.org/drawingml/2006/main">
            <a:pPr algn="l">
              <a:defRPr sz="2025" b="0">
                <a:solidFill>
                  <a:srgbClr val="C2D5DA"/>
                </a:solidFill>
                <a:latin typeface="Aptos"/>
                <a:ea typeface="Aptos"/>
                <a:cs typeface="Aptos"/>
              </a:defRPr>
            </a:pPr>
            <a:r>
              <a:rPr sz="2025" b="0">
                <a:solidFill>
                  <a:srgbClr val="C2D5DA"/>
                </a:solidFill>
                <a:latin typeface="Aptos"/>
                <a:ea typeface="Aptos"/>
                <a:cs typeface="Aptos"/>
              </a:rPr>
              <a:t>± 0.005 over three seeds</a:t>
            </a:r>
          </a:p>
          <a:p xmlns:a="http://schemas.openxmlformats.org/drawingml/2006/main">
            <a:pPr algn="l">
              <a:defRPr sz="2025" b="0">
                <a:solidFill>
                  <a:srgbClr val="C2D5DA"/>
                </a:solidFill>
                <a:latin typeface="Aptos"/>
                <a:ea typeface="Aptos"/>
                <a:cs typeface="Aptos"/>
              </a:defRPr>
            </a:pPr>
            <a:r>
              <a:rPr sz="2025" b="0">
                <a:solidFill>
                  <a:srgbClr val="C2D5DA"/>
                </a:solidFill>
                <a:latin typeface="Aptos"/>
                <a:ea typeface="Aptos"/>
                <a:cs typeface="Aptos"/>
              </a:rPr>
              <a:t>0.5 is random ranking for this probe.</a:t>
            </a:r>
          </a:p>
        </p:txBody>
      </p:sp>
      <p:sp>
        <p:nvSpPr>
          <p:cNvPr id="8" name="">
            <a:extLst xmlns:a="http://schemas.openxmlformats.org/drawingml/2006/main">
              <a:ext uri="{FF2B5EF4-FFF2-40B4-BE49-F238E27FC236}">
                <a16:creationId xmlns:a16="http://schemas.microsoft.com/office/drawing/2014/main" id="{4B418546-E6BD-4DF1-AE5D-6D1C3457E03D}"/>
              </a:ext>
            </a:extLst>
          </p:cNvPr>
          <p:cNvSpPr>
            <a:spLocks xmlns:a="http://schemas.openxmlformats.org/drawingml/2006/main" noGrp="1"/>
          </p:cNvSpPr>
          <p:nvPr/>
        </p:nvSpPr>
        <p:spPr>
          <a:xfrm xmlns:a="http://schemas.openxmlformats.org/drawingml/2006/main">
            <a:off x="6534150" y="231457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6300" b="1">
                <a:solidFill>
                  <a:srgbClr val="ADF0CF"/>
                </a:solidFill>
                <a:latin typeface="Aptos"/>
                <a:ea typeface="Aptos"/>
                <a:cs typeface="Aptos"/>
              </a:defRPr>
            </a:defPPr>
            <a:lvl1pPr algn="l">
              <a:defRPr sz="6300" b="1">
                <a:solidFill>
                  <a:srgbClr val="ADF0CF"/>
                </a:solidFill>
                <a:latin typeface="Aptos"/>
                <a:ea typeface="Aptos"/>
                <a:cs typeface="Aptos"/>
              </a:defRPr>
            </a:lvl1pPr>
            <a:lvl2pPr algn="l">
              <a:defRPr sz="6300" b="1">
                <a:solidFill>
                  <a:srgbClr val="ADF0CF"/>
                </a:solidFill>
                <a:latin typeface="Aptos"/>
                <a:ea typeface="Aptos"/>
                <a:cs typeface="Aptos"/>
              </a:defRPr>
            </a:lvl2pPr>
            <a:lvl3pPr algn="l">
              <a:defRPr sz="6300" b="1">
                <a:solidFill>
                  <a:srgbClr val="ADF0CF"/>
                </a:solidFill>
                <a:latin typeface="Aptos"/>
                <a:ea typeface="Aptos"/>
                <a:cs typeface="Aptos"/>
              </a:defRPr>
            </a:lvl3pPr>
            <a:lvl4pPr algn="l">
              <a:defRPr sz="6300" b="1">
                <a:solidFill>
                  <a:srgbClr val="ADF0CF"/>
                </a:solidFill>
                <a:latin typeface="Aptos"/>
                <a:ea typeface="Aptos"/>
                <a:cs typeface="Aptos"/>
              </a:defRPr>
            </a:lvl4pPr>
            <a:lvl5pPr algn="l">
              <a:defRPr sz="6300" b="1">
                <a:solidFill>
                  <a:srgbClr val="ADF0CF"/>
                </a:solidFill>
                <a:latin typeface="Aptos"/>
                <a:ea typeface="Aptos"/>
                <a:cs typeface="Aptos"/>
              </a:defRPr>
            </a:lvl5pPr>
            <a:lvl6pPr algn="l">
              <a:defRPr sz="6300" b="1">
                <a:solidFill>
                  <a:srgbClr val="ADF0CF"/>
                </a:solidFill>
                <a:latin typeface="Aptos"/>
                <a:ea typeface="Aptos"/>
                <a:cs typeface="Aptos"/>
              </a:defRPr>
            </a:lvl6pPr>
            <a:lvl7pPr algn="l">
              <a:defRPr sz="6300" b="1">
                <a:solidFill>
                  <a:srgbClr val="ADF0CF"/>
                </a:solidFill>
                <a:latin typeface="Aptos"/>
                <a:ea typeface="Aptos"/>
                <a:cs typeface="Aptos"/>
              </a:defRPr>
            </a:lvl7pPr>
            <a:lvl8pPr algn="l">
              <a:defRPr sz="6300" b="1">
                <a:solidFill>
                  <a:srgbClr val="ADF0CF"/>
                </a:solidFill>
                <a:latin typeface="Aptos"/>
                <a:ea typeface="Aptos"/>
                <a:cs typeface="Aptos"/>
              </a:defRPr>
            </a:lvl8pPr>
            <a:lvl9pPr algn="l">
              <a:defRPr sz="6300" b="1">
                <a:solidFill>
                  <a:srgbClr val="ADF0CF"/>
                </a:solidFill>
                <a:latin typeface="Aptos"/>
                <a:ea typeface="Aptos"/>
                <a:cs typeface="Aptos"/>
              </a:defRPr>
            </a:lvl9pPr>
          </a:lstStyle>
          <a:p xmlns:a="http://schemas.openxmlformats.org/drawingml/2006/main">
            <a:pPr algn="l">
              <a:defRPr sz="6300" b="1">
                <a:solidFill>
                  <a:srgbClr val="ADF0CF"/>
                </a:solidFill>
                <a:latin typeface="Aptos"/>
                <a:ea typeface="Aptos"/>
                <a:cs typeface="Aptos"/>
              </a:defRPr>
            </a:pPr>
            <a:r>
              <a:rPr sz="6300" b="1">
                <a:solidFill>
                  <a:srgbClr val="ADF0CF"/>
                </a:solidFill>
                <a:latin typeface="Aptos"/>
                <a:ea typeface="Aptos"/>
                <a:cs typeface="Aptos"/>
              </a:rPr>
              <a:t>1.49 MB</a:t>
            </a:r>
          </a:p>
        </p:txBody>
      </p:sp>
      <p:sp>
        <p:nvSpPr>
          <p:cNvPr id="9" name="">
            <a:extLst xmlns:a="http://schemas.openxmlformats.org/drawingml/2006/main">
              <a:ext uri="{FF2B5EF4-FFF2-40B4-BE49-F238E27FC236}">
                <a16:creationId xmlns:a16="http://schemas.microsoft.com/office/drawing/2014/main" id="{1F5BAEF5-6410-4844-9BDD-BFB9EE50B877}"/>
              </a:ext>
            </a:extLst>
          </p:cNvPr>
          <p:cNvSpPr>
            <a:spLocks xmlns:a="http://schemas.openxmlformats.org/drawingml/2006/main" noGrp="1"/>
          </p:cNvSpPr>
          <p:nvPr/>
        </p:nvSpPr>
        <p:spPr>
          <a:xfrm xmlns:a="http://schemas.openxmlformats.org/drawingml/2006/main">
            <a:off x="6591300" y="3562350"/>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FFFFFF"/>
                </a:solidFill>
                <a:latin typeface="Aptos"/>
                <a:ea typeface="Aptos"/>
                <a:cs typeface="Aptos"/>
              </a:defRPr>
            </a:defPPr>
            <a:lvl1pPr algn="l">
              <a:defRPr sz="2250" b="1">
                <a:solidFill>
                  <a:srgbClr val="FFFFFF"/>
                </a:solidFill>
                <a:latin typeface="Aptos"/>
                <a:ea typeface="Aptos"/>
                <a:cs typeface="Aptos"/>
              </a:defRPr>
            </a:lvl1pPr>
            <a:lvl2pPr algn="l">
              <a:defRPr sz="2250" b="1">
                <a:solidFill>
                  <a:srgbClr val="FFFFFF"/>
                </a:solidFill>
                <a:latin typeface="Aptos"/>
                <a:ea typeface="Aptos"/>
                <a:cs typeface="Aptos"/>
              </a:defRPr>
            </a:lvl2pPr>
            <a:lvl3pPr algn="l">
              <a:defRPr sz="2250" b="1">
                <a:solidFill>
                  <a:srgbClr val="FFFFFF"/>
                </a:solidFill>
                <a:latin typeface="Aptos"/>
                <a:ea typeface="Aptos"/>
                <a:cs typeface="Aptos"/>
              </a:defRPr>
            </a:lvl3pPr>
            <a:lvl4pPr algn="l">
              <a:defRPr sz="2250" b="1">
                <a:solidFill>
                  <a:srgbClr val="FFFFFF"/>
                </a:solidFill>
                <a:latin typeface="Aptos"/>
                <a:ea typeface="Aptos"/>
                <a:cs typeface="Aptos"/>
              </a:defRPr>
            </a:lvl4pPr>
            <a:lvl5pPr algn="l">
              <a:defRPr sz="2250" b="1">
                <a:solidFill>
                  <a:srgbClr val="FFFFFF"/>
                </a:solidFill>
                <a:latin typeface="Aptos"/>
                <a:ea typeface="Aptos"/>
                <a:cs typeface="Aptos"/>
              </a:defRPr>
            </a:lvl5pPr>
            <a:lvl6pPr algn="l">
              <a:defRPr sz="2250" b="1">
                <a:solidFill>
                  <a:srgbClr val="FFFFFF"/>
                </a:solidFill>
                <a:latin typeface="Aptos"/>
                <a:ea typeface="Aptos"/>
                <a:cs typeface="Aptos"/>
              </a:defRPr>
            </a:lvl6pPr>
            <a:lvl7pPr algn="l">
              <a:defRPr sz="2250" b="1">
                <a:solidFill>
                  <a:srgbClr val="FFFFFF"/>
                </a:solidFill>
                <a:latin typeface="Aptos"/>
                <a:ea typeface="Aptos"/>
                <a:cs typeface="Aptos"/>
              </a:defRPr>
            </a:lvl7pPr>
            <a:lvl8pPr algn="l">
              <a:defRPr sz="2250" b="1">
                <a:solidFill>
                  <a:srgbClr val="FFFFFF"/>
                </a:solidFill>
                <a:latin typeface="Aptos"/>
                <a:ea typeface="Aptos"/>
                <a:cs typeface="Aptos"/>
              </a:defRPr>
            </a:lvl8pPr>
            <a:lvl9pPr algn="l">
              <a:defRPr sz="2250" b="1">
                <a:solidFill>
                  <a:srgbClr val="FFFFFF"/>
                </a:solidFill>
                <a:latin typeface="Aptos"/>
                <a:ea typeface="Aptos"/>
                <a:cs typeface="Aptos"/>
              </a:defRPr>
            </a:lvl9pPr>
          </a:lstStyle>
          <a:p xmlns:a="http://schemas.openxmlformats.org/drawingml/2006/main">
            <a:pPr algn="l">
              <a:defRPr sz="2250" b="1">
                <a:solidFill>
                  <a:srgbClr val="FFFFFF"/>
                </a:solidFill>
                <a:latin typeface="Aptos"/>
                <a:ea typeface="Aptos"/>
                <a:cs typeface="Aptos"/>
              </a:defRPr>
            </a:pPr>
            <a:r>
              <a:rPr sz="2250" b="1">
                <a:solidFill>
                  <a:srgbClr val="FFFFFF"/>
                </a:solidFill>
                <a:latin typeface="Aptos"/>
                <a:ea typeface="Aptos"/>
                <a:cs typeface="Aptos"/>
              </a:rPr>
              <a:t>Logical parameter payload</a:t>
            </a:r>
          </a:p>
        </p:txBody>
      </p:sp>
      <p:sp>
        <p:nvSpPr>
          <p:cNvPr id="10" name="">
            <a:extLst xmlns:a="http://schemas.openxmlformats.org/drawingml/2006/main">
              <a:ext uri="{FF2B5EF4-FFF2-40B4-BE49-F238E27FC236}">
                <a16:creationId xmlns:a16="http://schemas.microsoft.com/office/drawing/2014/main" id="{85FE7799-FBEF-454A-B8EB-86353C703E41}"/>
              </a:ext>
            </a:extLst>
          </p:cNvPr>
          <p:cNvSpPr>
            <a:spLocks xmlns:a="http://schemas.openxmlformats.org/drawingml/2006/main" noGrp="1"/>
          </p:cNvSpPr>
          <p:nvPr/>
        </p:nvSpPr>
        <p:spPr>
          <a:xfrm xmlns:a="http://schemas.openxmlformats.org/drawingml/2006/main">
            <a:off x="6619875" y="422910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C2D5DA"/>
                </a:solidFill>
                <a:latin typeface="Aptos"/>
                <a:ea typeface="Aptos"/>
                <a:cs typeface="Aptos"/>
              </a:defRPr>
            </a:defPPr>
            <a:lvl1pPr algn="l">
              <a:defRPr sz="2025" b="0">
                <a:solidFill>
                  <a:srgbClr val="C2D5DA"/>
                </a:solidFill>
                <a:latin typeface="Aptos"/>
                <a:ea typeface="Aptos"/>
                <a:cs typeface="Aptos"/>
              </a:defRPr>
            </a:lvl1pPr>
            <a:lvl2pPr algn="l">
              <a:defRPr sz="2025" b="0">
                <a:solidFill>
                  <a:srgbClr val="C2D5DA"/>
                </a:solidFill>
                <a:latin typeface="Aptos"/>
                <a:ea typeface="Aptos"/>
                <a:cs typeface="Aptos"/>
              </a:defRPr>
            </a:lvl2pPr>
            <a:lvl3pPr algn="l">
              <a:defRPr sz="2025" b="0">
                <a:solidFill>
                  <a:srgbClr val="C2D5DA"/>
                </a:solidFill>
                <a:latin typeface="Aptos"/>
                <a:ea typeface="Aptos"/>
                <a:cs typeface="Aptos"/>
              </a:defRPr>
            </a:lvl3pPr>
            <a:lvl4pPr algn="l">
              <a:defRPr sz="2025" b="0">
                <a:solidFill>
                  <a:srgbClr val="C2D5DA"/>
                </a:solidFill>
                <a:latin typeface="Aptos"/>
                <a:ea typeface="Aptos"/>
                <a:cs typeface="Aptos"/>
              </a:defRPr>
            </a:lvl4pPr>
            <a:lvl5pPr algn="l">
              <a:defRPr sz="2025" b="0">
                <a:solidFill>
                  <a:srgbClr val="C2D5DA"/>
                </a:solidFill>
                <a:latin typeface="Aptos"/>
                <a:ea typeface="Aptos"/>
                <a:cs typeface="Aptos"/>
              </a:defRPr>
            </a:lvl5pPr>
            <a:lvl6pPr algn="l">
              <a:defRPr sz="2025" b="0">
                <a:solidFill>
                  <a:srgbClr val="C2D5DA"/>
                </a:solidFill>
                <a:latin typeface="Aptos"/>
                <a:ea typeface="Aptos"/>
                <a:cs typeface="Aptos"/>
              </a:defRPr>
            </a:lvl6pPr>
            <a:lvl7pPr algn="l">
              <a:defRPr sz="2025" b="0">
                <a:solidFill>
                  <a:srgbClr val="C2D5DA"/>
                </a:solidFill>
                <a:latin typeface="Aptos"/>
                <a:ea typeface="Aptos"/>
                <a:cs typeface="Aptos"/>
              </a:defRPr>
            </a:lvl7pPr>
            <a:lvl8pPr algn="l">
              <a:defRPr sz="2025" b="0">
                <a:solidFill>
                  <a:srgbClr val="C2D5DA"/>
                </a:solidFill>
                <a:latin typeface="Aptos"/>
                <a:ea typeface="Aptos"/>
                <a:cs typeface="Aptos"/>
              </a:defRPr>
            </a:lvl8pPr>
            <a:lvl9pPr algn="l">
              <a:defRPr sz="2025" b="0">
                <a:solidFill>
                  <a:srgbClr val="C2D5DA"/>
                </a:solidFill>
                <a:latin typeface="Aptos"/>
                <a:ea typeface="Aptos"/>
                <a:cs typeface="Aptos"/>
              </a:defRPr>
            </a:lvl9pPr>
          </a:lstStyle>
          <a:p xmlns:a="http://schemas.openxmlformats.org/drawingml/2006/main">
            <a:pPr algn="l">
              <a:defRPr sz="2025" b="0">
                <a:solidFill>
                  <a:srgbClr val="C2D5DA"/>
                </a:solidFill>
                <a:latin typeface="Aptos"/>
                <a:ea typeface="Aptos"/>
                <a:cs typeface="Aptos"/>
              </a:defRPr>
            </a:pPr>
            <a:r>
              <a:rPr sz="2025" b="0">
                <a:solidFill>
                  <a:srgbClr val="C2D5DA"/>
                </a:solidFill>
                <a:latin typeface="Aptos"/>
                <a:ea typeface="Aptos"/>
                <a:cs typeface="Aptos"/>
              </a:rPr>
              <a:t>Uploads + broadcasts over 20 rounds</a:t>
            </a:r>
          </a:p>
          <a:p xmlns:a="http://schemas.openxmlformats.org/drawingml/2006/main">
            <a:pPr algn="l">
              <a:defRPr sz="2025" b="0">
                <a:solidFill>
                  <a:srgbClr val="C2D5DA"/>
                </a:solidFill>
                <a:latin typeface="Aptos"/>
                <a:ea typeface="Aptos"/>
                <a:cs typeface="Aptos"/>
              </a:defRPr>
            </a:pPr>
            <a:r>
              <a:rPr sz="2025" b="0">
                <a:solidFill>
                  <a:srgbClr val="C2D5DA"/>
                </a:solidFill>
                <a:latin typeface="Aptos"/>
                <a:ea typeface="Aptos"/>
                <a:cs typeface="Aptos"/>
              </a:rPr>
              <a:t>Excludes protocol and calibration costs.</a:t>
            </a:r>
          </a:p>
        </p:txBody>
      </p:sp>
      <p:sp>
        <p:nvSpPr>
          <p:cNvPr id="11" name="">
            <a:extLst xmlns:a="http://schemas.openxmlformats.org/drawingml/2006/main">
              <a:ext uri="{FF2B5EF4-FFF2-40B4-BE49-F238E27FC236}">
                <a16:creationId xmlns:a16="http://schemas.microsoft.com/office/drawing/2014/main" id="{FCDC7C23-C486-4099-B737-2354AE7E1E62}"/>
              </a:ext>
            </a:extLst>
          </p:cNvPr>
          <p:cNvSpPr>
            <a:spLocks xmlns:a="http://schemas.openxmlformats.org/drawingml/2006/main" noGrp="1"/>
          </p:cNvSpPr>
          <p:nvPr/>
        </p:nvSpPr>
        <p:spPr>
          <a:xfrm xmlns:a="http://schemas.openxmlformats.org/drawingml/2006/main">
            <a:off x="638175" y="574357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FFFFFF"/>
                </a:solidFill>
                <a:latin typeface="Aptos"/>
                <a:ea typeface="Aptos"/>
                <a:cs typeface="Aptos"/>
              </a:defRPr>
            </a:defPPr>
            <a:lvl1pPr algn="l">
              <a:defRPr sz="1650" b="0">
                <a:solidFill>
                  <a:srgbClr val="FFFFFF"/>
                </a:solidFill>
                <a:latin typeface="Aptos"/>
                <a:ea typeface="Aptos"/>
                <a:cs typeface="Aptos"/>
              </a:defRPr>
            </a:lvl1pPr>
            <a:lvl2pPr algn="l">
              <a:defRPr sz="1650" b="0">
                <a:solidFill>
                  <a:srgbClr val="FFFFFF"/>
                </a:solidFill>
                <a:latin typeface="Aptos"/>
                <a:ea typeface="Aptos"/>
                <a:cs typeface="Aptos"/>
              </a:defRPr>
            </a:lvl2pPr>
            <a:lvl3pPr algn="l">
              <a:defRPr sz="1650" b="0">
                <a:solidFill>
                  <a:srgbClr val="FFFFFF"/>
                </a:solidFill>
                <a:latin typeface="Aptos"/>
                <a:ea typeface="Aptos"/>
                <a:cs typeface="Aptos"/>
              </a:defRPr>
            </a:lvl3pPr>
            <a:lvl4pPr algn="l">
              <a:defRPr sz="1650" b="0">
                <a:solidFill>
                  <a:srgbClr val="FFFFFF"/>
                </a:solidFill>
                <a:latin typeface="Aptos"/>
                <a:ea typeface="Aptos"/>
                <a:cs typeface="Aptos"/>
              </a:defRPr>
            </a:lvl4pPr>
            <a:lvl5pPr algn="l">
              <a:defRPr sz="1650" b="0">
                <a:solidFill>
                  <a:srgbClr val="FFFFFF"/>
                </a:solidFill>
                <a:latin typeface="Aptos"/>
                <a:ea typeface="Aptos"/>
                <a:cs typeface="Aptos"/>
              </a:defRPr>
            </a:lvl5pPr>
            <a:lvl6pPr algn="l">
              <a:defRPr sz="1650" b="0">
                <a:solidFill>
                  <a:srgbClr val="FFFFFF"/>
                </a:solidFill>
                <a:latin typeface="Aptos"/>
                <a:ea typeface="Aptos"/>
                <a:cs typeface="Aptos"/>
              </a:defRPr>
            </a:lvl6pPr>
            <a:lvl7pPr algn="l">
              <a:defRPr sz="1650" b="0">
                <a:solidFill>
                  <a:srgbClr val="FFFFFF"/>
                </a:solidFill>
                <a:latin typeface="Aptos"/>
                <a:ea typeface="Aptos"/>
                <a:cs typeface="Aptos"/>
              </a:defRPr>
            </a:lvl7pPr>
            <a:lvl8pPr algn="l">
              <a:defRPr sz="1650" b="0">
                <a:solidFill>
                  <a:srgbClr val="FFFFFF"/>
                </a:solidFill>
                <a:latin typeface="Aptos"/>
                <a:ea typeface="Aptos"/>
                <a:cs typeface="Aptos"/>
              </a:defRPr>
            </a:lvl8pPr>
            <a:lvl9pPr algn="l">
              <a:defRPr sz="1650" b="0">
                <a:solidFill>
                  <a:srgbClr val="FFFFFF"/>
                </a:solidFill>
                <a:latin typeface="Aptos"/>
                <a:ea typeface="Aptos"/>
                <a:cs typeface="Aptos"/>
              </a:defRPr>
            </a:lvl9pPr>
          </a:lstStyle>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No secure aggregation or differential privacy · No measured radio-energy or bandwidth-saving claim</a:t>
            </a:r>
          </a:p>
        </p:txBody>
      </p:sp>
    </p:spTree>
    <p:extLst>
      <p:ext uri="{BB962C8B-B14F-4D97-AF65-F5344CB8AC3E}">
        <p14:creationId xmlns:p14="http://schemas.microsoft.com/office/powerpoint/2010/main" val="1996319342"/>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80F4E1-23BF-4F09-8B5A-B42488B1EB52}"/>
              </a:ext>
            </a:extLst>
          </p:cNvPr>
          <p:cNvSpPr>
            <a:spLocks xmlns:a="http://schemas.openxmlformats.org/drawingml/2006/main" noGrp="1"/>
          </p:cNvSpPr>
          <p:nvPr/>
        </p:nvSpPr>
        <p:spPr>
          <a:xfrm xmlns:a="http://schemas.openxmlformats.org/drawingml/2006/main">
            <a:off x="609600" y="447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75" b="1">
                <a:solidFill>
                  <a:srgbClr val="173C4B"/>
                </a:solidFill>
                <a:latin typeface="Aptos"/>
                <a:ea typeface="Aptos"/>
                <a:cs typeface="Aptos"/>
              </a:defRPr>
            </a:defPPr>
            <a:lvl1pPr algn="l">
              <a:defRPr sz="3375" b="1">
                <a:solidFill>
                  <a:srgbClr val="173C4B"/>
                </a:solidFill>
                <a:latin typeface="Aptos"/>
                <a:ea typeface="Aptos"/>
                <a:cs typeface="Aptos"/>
              </a:defRPr>
            </a:lvl1pPr>
            <a:lvl2pPr algn="l">
              <a:defRPr sz="3375" b="1">
                <a:solidFill>
                  <a:srgbClr val="173C4B"/>
                </a:solidFill>
                <a:latin typeface="Aptos"/>
                <a:ea typeface="Aptos"/>
                <a:cs typeface="Aptos"/>
              </a:defRPr>
            </a:lvl2pPr>
            <a:lvl3pPr algn="l">
              <a:defRPr sz="3375" b="1">
                <a:solidFill>
                  <a:srgbClr val="173C4B"/>
                </a:solidFill>
                <a:latin typeface="Aptos"/>
                <a:ea typeface="Aptos"/>
                <a:cs typeface="Aptos"/>
              </a:defRPr>
            </a:lvl3pPr>
            <a:lvl4pPr algn="l">
              <a:defRPr sz="3375" b="1">
                <a:solidFill>
                  <a:srgbClr val="173C4B"/>
                </a:solidFill>
                <a:latin typeface="Aptos"/>
                <a:ea typeface="Aptos"/>
                <a:cs typeface="Aptos"/>
              </a:defRPr>
            </a:lvl4pPr>
            <a:lvl5pPr algn="l">
              <a:defRPr sz="3375" b="1">
                <a:solidFill>
                  <a:srgbClr val="173C4B"/>
                </a:solidFill>
                <a:latin typeface="Aptos"/>
                <a:ea typeface="Aptos"/>
                <a:cs typeface="Aptos"/>
              </a:defRPr>
            </a:lvl5pPr>
            <a:lvl6pPr algn="l">
              <a:defRPr sz="3375" b="1">
                <a:solidFill>
                  <a:srgbClr val="173C4B"/>
                </a:solidFill>
                <a:latin typeface="Aptos"/>
                <a:ea typeface="Aptos"/>
                <a:cs typeface="Aptos"/>
              </a:defRPr>
            </a:lvl6pPr>
            <a:lvl7pPr algn="l">
              <a:defRPr sz="3375" b="1">
                <a:solidFill>
                  <a:srgbClr val="173C4B"/>
                </a:solidFill>
                <a:latin typeface="Aptos"/>
                <a:ea typeface="Aptos"/>
                <a:cs typeface="Aptos"/>
              </a:defRPr>
            </a:lvl7pPr>
            <a:lvl8pPr algn="l">
              <a:defRPr sz="3375" b="1">
                <a:solidFill>
                  <a:srgbClr val="173C4B"/>
                </a:solidFill>
                <a:latin typeface="Aptos"/>
                <a:ea typeface="Aptos"/>
                <a:cs typeface="Aptos"/>
              </a:defRPr>
            </a:lvl8pPr>
            <a:lvl9pPr algn="l">
              <a:defRPr sz="3375" b="1">
                <a:solidFill>
                  <a:srgbClr val="173C4B"/>
                </a:solidFill>
                <a:latin typeface="Aptos"/>
                <a:ea typeface="Aptos"/>
                <a:cs typeface="Aptos"/>
              </a:defRPr>
            </a:lvl9pPr>
          </a:lstStyle>
          <a:p xmlns:a="http://schemas.openxmlformats.org/drawingml/2006/main">
            <a:pPr algn="l">
              <a:defRPr sz="3375" b="1">
                <a:solidFill>
                  <a:srgbClr val="173C4B"/>
                </a:solidFill>
                <a:latin typeface="Aptos"/>
                <a:ea typeface="Aptos"/>
                <a:cs typeface="Aptos"/>
              </a:defRPr>
            </a:pPr>
            <a:r>
              <a:rPr sz="3375" b="1">
                <a:solidFill>
                  <a:srgbClr val="173C4B"/>
                </a:solidFill>
                <a:latin typeface="Aptos"/>
                <a:ea typeface="Aptos"/>
                <a:cs typeface="Aptos"/>
              </a:rPr>
              <a:t>What Review 3 demonstrates</a:t>
            </a:r>
          </a:p>
        </p:txBody>
      </p:sp>
      <p:sp>
        <p:nvSpPr>
          <p:cNvPr id="2" name="">
            <a:extLst xmlns:a="http://schemas.openxmlformats.org/drawingml/2006/main">
              <a:ext uri="{FF2B5EF4-FFF2-40B4-BE49-F238E27FC236}">
                <a16:creationId xmlns:a16="http://schemas.microsoft.com/office/drawing/2014/main" id="{AB7F2F4E-2994-4CE3-AC9E-F713E18CFB91}"/>
              </a:ext>
            </a:extLst>
          </p:cNvPr>
          <p:cNvSpPr>
            <a:spLocks xmlns:a="http://schemas.openxmlformats.org/drawingml/2006/main" noGrp="1"/>
          </p:cNvSpPr>
          <p:nvPr/>
        </p:nvSpPr>
        <p:spPr>
          <a:xfrm xmlns:a="http://schemas.openxmlformats.org/drawingml/2006/main">
            <a:off x="628650" y="1304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A6F76"/>
                </a:solidFill>
                <a:latin typeface="Aptos"/>
                <a:ea typeface="Aptos"/>
                <a:cs typeface="Aptos"/>
              </a:defRPr>
            </a:defPPr>
            <a:lvl1pPr algn="l">
              <a:defRPr sz="1725" b="0">
                <a:solidFill>
                  <a:srgbClr val="5A6F76"/>
                </a:solidFill>
                <a:latin typeface="Aptos"/>
                <a:ea typeface="Aptos"/>
                <a:cs typeface="Aptos"/>
              </a:defRPr>
            </a:lvl1pPr>
            <a:lvl2pPr algn="l">
              <a:defRPr sz="1725" b="0">
                <a:solidFill>
                  <a:srgbClr val="5A6F76"/>
                </a:solidFill>
                <a:latin typeface="Aptos"/>
                <a:ea typeface="Aptos"/>
                <a:cs typeface="Aptos"/>
              </a:defRPr>
            </a:lvl2pPr>
            <a:lvl3pPr algn="l">
              <a:defRPr sz="1725" b="0">
                <a:solidFill>
                  <a:srgbClr val="5A6F76"/>
                </a:solidFill>
                <a:latin typeface="Aptos"/>
                <a:ea typeface="Aptos"/>
                <a:cs typeface="Aptos"/>
              </a:defRPr>
            </a:lvl3pPr>
            <a:lvl4pPr algn="l">
              <a:defRPr sz="1725" b="0">
                <a:solidFill>
                  <a:srgbClr val="5A6F76"/>
                </a:solidFill>
                <a:latin typeface="Aptos"/>
                <a:ea typeface="Aptos"/>
                <a:cs typeface="Aptos"/>
              </a:defRPr>
            </a:lvl4pPr>
            <a:lvl5pPr algn="l">
              <a:defRPr sz="1725" b="0">
                <a:solidFill>
                  <a:srgbClr val="5A6F76"/>
                </a:solidFill>
                <a:latin typeface="Aptos"/>
                <a:ea typeface="Aptos"/>
                <a:cs typeface="Aptos"/>
              </a:defRPr>
            </a:lvl5pPr>
            <a:lvl6pPr algn="l">
              <a:defRPr sz="1725" b="0">
                <a:solidFill>
                  <a:srgbClr val="5A6F76"/>
                </a:solidFill>
                <a:latin typeface="Aptos"/>
                <a:ea typeface="Aptos"/>
                <a:cs typeface="Aptos"/>
              </a:defRPr>
            </a:lvl6pPr>
            <a:lvl7pPr algn="l">
              <a:defRPr sz="1725" b="0">
                <a:solidFill>
                  <a:srgbClr val="5A6F76"/>
                </a:solidFill>
                <a:latin typeface="Aptos"/>
                <a:ea typeface="Aptos"/>
                <a:cs typeface="Aptos"/>
              </a:defRPr>
            </a:lvl7pPr>
            <a:lvl8pPr algn="l">
              <a:defRPr sz="1725" b="0">
                <a:solidFill>
                  <a:srgbClr val="5A6F76"/>
                </a:solidFill>
                <a:latin typeface="Aptos"/>
                <a:ea typeface="Aptos"/>
                <a:cs typeface="Aptos"/>
              </a:defRPr>
            </a:lvl8pPr>
            <a:lvl9pPr algn="l">
              <a:defRPr sz="1725" b="0">
                <a:solidFill>
                  <a:srgbClr val="5A6F76"/>
                </a:solidFill>
                <a:latin typeface="Aptos"/>
                <a:ea typeface="Aptos"/>
                <a:cs typeface="Aptos"/>
              </a:defRPr>
            </a:lvl9pPr>
          </a:lstStyle>
          <a:p xmlns:a="http://schemas.openxmlformats.org/drawingml/2006/main">
            <a:pPr algn="l">
              <a:defRPr sz="1725" b="0">
                <a:solidFill>
                  <a:srgbClr val="5A6F76"/>
                </a:solidFill>
                <a:latin typeface="Aptos"/>
                <a:ea typeface="Aptos"/>
                <a:cs typeface="Aptos"/>
              </a:defRPr>
            </a:pPr>
            <a:r>
              <a:rPr sz="1725" b="0">
                <a:solidFill>
                  <a:srgbClr val="5A6F76"/>
                </a:solidFill>
                <a:latin typeface="Aptos"/>
                <a:ea typeface="Aptos"/>
                <a:cs typeface="Aptos"/>
              </a:rPr>
              <a:t>A reproducible implementation with evidence for both gains and limitations.</a:t>
            </a:r>
          </a:p>
        </p:txBody>
      </p:sp>
      <p:sp>
        <p:nvSpPr>
          <p:cNvPr id="3" name="">
            <a:extLst xmlns:a="http://schemas.openxmlformats.org/drawingml/2006/main">
              <a:ext uri="{FF2B5EF4-FFF2-40B4-BE49-F238E27FC236}">
                <a16:creationId xmlns:a16="http://schemas.microsoft.com/office/drawing/2014/main" id="{F6C7201F-BEE4-4CFC-BEB0-BE0B5E7D47F6}"/>
              </a:ext>
            </a:extLst>
          </p:cNvPr>
          <p:cNvSpPr>
            <a:spLocks xmlns:a="http://schemas.openxmlformats.org/drawingml/2006/main" noGrp="1"/>
          </p:cNvSpPr>
          <p:nvPr/>
        </p:nvSpPr>
        <p:spPr>
          <a:xfrm xmlns:a="http://schemas.openxmlformats.org/drawingml/2006/main">
            <a:off x="609600" y="64484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A6F76"/>
                </a:solidFill>
                <a:latin typeface="Aptos"/>
                <a:ea typeface="Aptos"/>
                <a:cs typeface="Aptos"/>
              </a:defRPr>
            </a:defPPr>
            <a:lvl1pPr algn="l">
              <a:defRPr sz="1125" b="0">
                <a:solidFill>
                  <a:srgbClr val="5A6F76"/>
                </a:solidFill>
                <a:latin typeface="Aptos"/>
                <a:ea typeface="Aptos"/>
                <a:cs typeface="Aptos"/>
              </a:defRPr>
            </a:lvl1pPr>
            <a:lvl2pPr algn="l">
              <a:defRPr sz="1125" b="0">
                <a:solidFill>
                  <a:srgbClr val="5A6F76"/>
                </a:solidFill>
                <a:latin typeface="Aptos"/>
                <a:ea typeface="Aptos"/>
                <a:cs typeface="Aptos"/>
              </a:defRPr>
            </a:lvl2pPr>
            <a:lvl3pPr algn="l">
              <a:defRPr sz="1125" b="0">
                <a:solidFill>
                  <a:srgbClr val="5A6F76"/>
                </a:solidFill>
                <a:latin typeface="Aptos"/>
                <a:ea typeface="Aptos"/>
                <a:cs typeface="Aptos"/>
              </a:defRPr>
            </a:lvl3pPr>
            <a:lvl4pPr algn="l">
              <a:defRPr sz="1125" b="0">
                <a:solidFill>
                  <a:srgbClr val="5A6F76"/>
                </a:solidFill>
                <a:latin typeface="Aptos"/>
                <a:ea typeface="Aptos"/>
                <a:cs typeface="Aptos"/>
              </a:defRPr>
            </a:lvl4pPr>
            <a:lvl5pPr algn="l">
              <a:defRPr sz="1125" b="0">
                <a:solidFill>
                  <a:srgbClr val="5A6F76"/>
                </a:solidFill>
                <a:latin typeface="Aptos"/>
                <a:ea typeface="Aptos"/>
                <a:cs typeface="Aptos"/>
              </a:defRPr>
            </a:lvl5pPr>
            <a:lvl6pPr algn="l">
              <a:defRPr sz="1125" b="0">
                <a:solidFill>
                  <a:srgbClr val="5A6F76"/>
                </a:solidFill>
                <a:latin typeface="Aptos"/>
                <a:ea typeface="Aptos"/>
                <a:cs typeface="Aptos"/>
              </a:defRPr>
            </a:lvl6pPr>
            <a:lvl7pPr algn="l">
              <a:defRPr sz="1125" b="0">
                <a:solidFill>
                  <a:srgbClr val="5A6F76"/>
                </a:solidFill>
                <a:latin typeface="Aptos"/>
                <a:ea typeface="Aptos"/>
                <a:cs typeface="Aptos"/>
              </a:defRPr>
            </a:lvl7pPr>
            <a:lvl8pPr algn="l">
              <a:defRPr sz="1125" b="0">
                <a:solidFill>
                  <a:srgbClr val="5A6F76"/>
                </a:solidFill>
                <a:latin typeface="Aptos"/>
                <a:ea typeface="Aptos"/>
                <a:cs typeface="Aptos"/>
              </a:defRPr>
            </a:lvl8pPr>
            <a:lvl9pPr algn="l">
              <a:defRPr sz="1125" b="0">
                <a:solidFill>
                  <a:srgbClr val="5A6F76"/>
                </a:solidFill>
                <a:latin typeface="Aptos"/>
                <a:ea typeface="Aptos"/>
                <a:cs typeface="Aptos"/>
              </a:defRPr>
            </a:lvl9pPr>
          </a:lstStyle>
          <a:p xmlns:a="http://schemas.openxmlformats.org/drawingml/2006/main">
            <a:pPr algn="l">
              <a:defRPr sz="1125" b="0">
                <a:solidFill>
                  <a:srgbClr val="5A6F76"/>
                </a:solidFill>
                <a:latin typeface="Aptos"/>
                <a:ea typeface="Aptos"/>
                <a:cs typeface="Aptos"/>
              </a:defRPr>
            </a:pPr>
            <a:r>
              <a:rPr sz="1125" b="0">
                <a:solidFill>
                  <a:srgbClr val="5A6F76"/>
                </a:solidFill>
                <a:latin typeface="Aptos"/>
                <a:ea typeface="Aptos"/>
                <a:cs typeface="Aptos"/>
              </a:rPr>
              <a:t>AIRTRUST   /   REVIEW 3</a:t>
            </a:r>
          </a:p>
        </p:txBody>
      </p:sp>
      <p:sp>
        <p:nvSpPr>
          <p:cNvPr id="4" name="">
            <a:extLst xmlns:a="http://schemas.openxmlformats.org/drawingml/2006/main">
              <a:ext uri="{FF2B5EF4-FFF2-40B4-BE49-F238E27FC236}">
                <a16:creationId xmlns:a16="http://schemas.microsoft.com/office/drawing/2014/main" id="{4988D18B-5A40-4795-BABC-66EB41AD0212}"/>
              </a:ext>
            </a:extLst>
          </p:cNvPr>
          <p:cNvSpPr>
            <a:spLocks xmlns:a="http://schemas.openxmlformats.org/drawingml/2006/main" noGrp="1"/>
          </p:cNvSpPr>
          <p:nvPr/>
        </p:nvSpPr>
        <p:spPr>
          <a:xfrm xmlns:a="http://schemas.openxmlformats.org/drawingml/2006/main">
            <a:off x="111252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27775D"/>
                </a:solidFill>
                <a:latin typeface="Aptos"/>
                <a:ea typeface="Aptos"/>
                <a:cs typeface="Aptos"/>
              </a:defRPr>
            </a:defPPr>
            <a:lvl1pPr algn="r">
              <a:defRPr sz="1350" b="1">
                <a:solidFill>
                  <a:srgbClr val="27775D"/>
                </a:solidFill>
                <a:latin typeface="Aptos"/>
                <a:ea typeface="Aptos"/>
                <a:cs typeface="Aptos"/>
              </a:defRPr>
            </a:lvl1pPr>
            <a:lvl2pPr algn="r">
              <a:defRPr sz="1350" b="1">
                <a:solidFill>
                  <a:srgbClr val="27775D"/>
                </a:solidFill>
                <a:latin typeface="Aptos"/>
                <a:ea typeface="Aptos"/>
                <a:cs typeface="Aptos"/>
              </a:defRPr>
            </a:lvl2pPr>
            <a:lvl3pPr algn="r">
              <a:defRPr sz="1350" b="1">
                <a:solidFill>
                  <a:srgbClr val="27775D"/>
                </a:solidFill>
                <a:latin typeface="Aptos"/>
                <a:ea typeface="Aptos"/>
                <a:cs typeface="Aptos"/>
              </a:defRPr>
            </a:lvl3pPr>
            <a:lvl4pPr algn="r">
              <a:defRPr sz="1350" b="1">
                <a:solidFill>
                  <a:srgbClr val="27775D"/>
                </a:solidFill>
                <a:latin typeface="Aptos"/>
                <a:ea typeface="Aptos"/>
                <a:cs typeface="Aptos"/>
              </a:defRPr>
            </a:lvl4pPr>
            <a:lvl5pPr algn="r">
              <a:defRPr sz="1350" b="1">
                <a:solidFill>
                  <a:srgbClr val="27775D"/>
                </a:solidFill>
                <a:latin typeface="Aptos"/>
                <a:ea typeface="Aptos"/>
                <a:cs typeface="Aptos"/>
              </a:defRPr>
            </a:lvl5pPr>
            <a:lvl6pPr algn="r">
              <a:defRPr sz="1350" b="1">
                <a:solidFill>
                  <a:srgbClr val="27775D"/>
                </a:solidFill>
                <a:latin typeface="Aptos"/>
                <a:ea typeface="Aptos"/>
                <a:cs typeface="Aptos"/>
              </a:defRPr>
            </a:lvl6pPr>
            <a:lvl7pPr algn="r">
              <a:defRPr sz="1350" b="1">
                <a:solidFill>
                  <a:srgbClr val="27775D"/>
                </a:solidFill>
                <a:latin typeface="Aptos"/>
                <a:ea typeface="Aptos"/>
                <a:cs typeface="Aptos"/>
              </a:defRPr>
            </a:lvl7pPr>
            <a:lvl8pPr algn="r">
              <a:defRPr sz="1350" b="1">
                <a:solidFill>
                  <a:srgbClr val="27775D"/>
                </a:solidFill>
                <a:latin typeface="Aptos"/>
                <a:ea typeface="Aptos"/>
                <a:cs typeface="Aptos"/>
              </a:defRPr>
            </a:lvl8pPr>
            <a:lvl9pPr algn="r">
              <a:defRPr sz="1350" b="1">
                <a:solidFill>
                  <a:srgbClr val="27775D"/>
                </a:solidFill>
                <a:latin typeface="Aptos"/>
                <a:ea typeface="Aptos"/>
                <a:cs typeface="Aptos"/>
              </a:defRPr>
            </a:lvl9pPr>
          </a:lstStyle>
          <a:p xmlns:a="http://schemas.openxmlformats.org/drawingml/2006/main">
            <a:pPr algn="r">
              <a:defRPr sz="1350" b="1">
                <a:solidFill>
                  <a:srgbClr val="27775D"/>
                </a:solidFill>
                <a:latin typeface="Aptos"/>
                <a:ea typeface="Aptos"/>
                <a:cs typeface="Aptos"/>
              </a:defRPr>
            </a:pPr>
            <a:r>
              <a:rPr sz="1350" b="1">
                <a:solidFill>
                  <a:srgbClr val="27775D"/>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40216B64-4689-4B22-A226-5349ACCCEE6B}"/>
              </a:ext>
            </a:extLst>
          </p:cNvPr>
          <p:cNvSpPr>
            <a:spLocks xmlns:a="http://schemas.openxmlformats.org/drawingml/2006/main" noGrp="1"/>
          </p:cNvSpPr>
          <p:nvPr/>
        </p:nvSpPr>
        <p:spPr>
          <a:xfrm xmlns:a="http://schemas.openxmlformats.org/drawingml/2006/main">
            <a:off x="638175" y="2095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75" b="1">
                <a:solidFill>
                  <a:srgbClr val="27775D"/>
                </a:solidFill>
                <a:latin typeface="Aptos"/>
                <a:ea typeface="Aptos"/>
                <a:cs typeface="Aptos"/>
              </a:defRPr>
            </a:defPPr>
            <a:lvl1pPr algn="l">
              <a:defRPr sz="2475" b="1">
                <a:solidFill>
                  <a:srgbClr val="27775D"/>
                </a:solidFill>
                <a:latin typeface="Aptos"/>
                <a:ea typeface="Aptos"/>
                <a:cs typeface="Aptos"/>
              </a:defRPr>
            </a:lvl1pPr>
            <a:lvl2pPr algn="l">
              <a:defRPr sz="2475" b="1">
                <a:solidFill>
                  <a:srgbClr val="27775D"/>
                </a:solidFill>
                <a:latin typeface="Aptos"/>
                <a:ea typeface="Aptos"/>
                <a:cs typeface="Aptos"/>
              </a:defRPr>
            </a:lvl2pPr>
            <a:lvl3pPr algn="l">
              <a:defRPr sz="2475" b="1">
                <a:solidFill>
                  <a:srgbClr val="27775D"/>
                </a:solidFill>
                <a:latin typeface="Aptos"/>
                <a:ea typeface="Aptos"/>
                <a:cs typeface="Aptos"/>
              </a:defRPr>
            </a:lvl3pPr>
            <a:lvl4pPr algn="l">
              <a:defRPr sz="2475" b="1">
                <a:solidFill>
                  <a:srgbClr val="27775D"/>
                </a:solidFill>
                <a:latin typeface="Aptos"/>
                <a:ea typeface="Aptos"/>
                <a:cs typeface="Aptos"/>
              </a:defRPr>
            </a:lvl4pPr>
            <a:lvl5pPr algn="l">
              <a:defRPr sz="2475" b="1">
                <a:solidFill>
                  <a:srgbClr val="27775D"/>
                </a:solidFill>
                <a:latin typeface="Aptos"/>
                <a:ea typeface="Aptos"/>
                <a:cs typeface="Aptos"/>
              </a:defRPr>
            </a:lvl5pPr>
            <a:lvl6pPr algn="l">
              <a:defRPr sz="2475" b="1">
                <a:solidFill>
                  <a:srgbClr val="27775D"/>
                </a:solidFill>
                <a:latin typeface="Aptos"/>
                <a:ea typeface="Aptos"/>
                <a:cs typeface="Aptos"/>
              </a:defRPr>
            </a:lvl6pPr>
            <a:lvl7pPr algn="l">
              <a:defRPr sz="2475" b="1">
                <a:solidFill>
                  <a:srgbClr val="27775D"/>
                </a:solidFill>
                <a:latin typeface="Aptos"/>
                <a:ea typeface="Aptos"/>
                <a:cs typeface="Aptos"/>
              </a:defRPr>
            </a:lvl7pPr>
            <a:lvl8pPr algn="l">
              <a:defRPr sz="2475" b="1">
                <a:solidFill>
                  <a:srgbClr val="27775D"/>
                </a:solidFill>
                <a:latin typeface="Aptos"/>
                <a:ea typeface="Aptos"/>
                <a:cs typeface="Aptos"/>
              </a:defRPr>
            </a:lvl8pPr>
            <a:lvl9pPr algn="l">
              <a:defRPr sz="2475" b="1">
                <a:solidFill>
                  <a:srgbClr val="27775D"/>
                </a:solidFill>
                <a:latin typeface="Aptos"/>
                <a:ea typeface="Aptos"/>
                <a:cs typeface="Aptos"/>
              </a:defRPr>
            </a:lvl9pPr>
          </a:lstStyle>
          <a:p xmlns:a="http://schemas.openxmlformats.org/drawingml/2006/main">
            <a:pPr algn="l">
              <a:defRPr sz="2475" b="1">
                <a:solidFill>
                  <a:srgbClr val="27775D"/>
                </a:solidFill>
                <a:latin typeface="Aptos"/>
                <a:ea typeface="Aptos"/>
                <a:cs typeface="Aptos"/>
              </a:defRPr>
            </a:pPr>
            <a:r>
              <a:rPr sz="2475" b="1">
                <a:solidFill>
                  <a:srgbClr val="27775D"/>
                </a:solidFill>
                <a:latin typeface="Aptos"/>
                <a:ea typeface="Aptos"/>
                <a:cs typeface="Aptos"/>
              </a:rPr>
              <a:t>Implemented</a:t>
            </a:r>
          </a:p>
        </p:txBody>
      </p:sp>
      <p:sp>
        <p:nvSpPr>
          <p:cNvPr id="6" name="">
            <a:extLst xmlns:a="http://schemas.openxmlformats.org/drawingml/2006/main">
              <a:ext uri="{FF2B5EF4-FFF2-40B4-BE49-F238E27FC236}">
                <a16:creationId xmlns:a16="http://schemas.microsoft.com/office/drawing/2014/main" id="{FCD0EA6E-2551-4E0F-852A-3C49E841D301}"/>
              </a:ext>
            </a:extLst>
          </p:cNvPr>
          <p:cNvSpPr>
            <a:spLocks xmlns:a="http://schemas.openxmlformats.org/drawingml/2006/main" noGrp="1"/>
          </p:cNvSpPr>
          <p:nvPr/>
        </p:nvSpPr>
        <p:spPr>
          <a:xfrm xmlns:a="http://schemas.openxmlformats.org/drawingml/2006/main">
            <a:off x="666750" y="2762250"/>
            <a:ext cx="5286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3C4B"/>
                </a:solidFill>
                <a:latin typeface="Aptos"/>
                <a:ea typeface="Aptos"/>
                <a:cs typeface="Aptos"/>
              </a:defRPr>
            </a:defPPr>
            <a:lvl1pPr algn="l">
              <a:defRPr sz="2175" b="0">
                <a:solidFill>
                  <a:srgbClr val="173C4B"/>
                </a:solidFill>
                <a:latin typeface="Aptos"/>
                <a:ea typeface="Aptos"/>
                <a:cs typeface="Aptos"/>
              </a:defRPr>
            </a:lvl1pPr>
            <a:lvl2pPr algn="l">
              <a:defRPr sz="2175" b="0">
                <a:solidFill>
                  <a:srgbClr val="173C4B"/>
                </a:solidFill>
                <a:latin typeface="Aptos"/>
                <a:ea typeface="Aptos"/>
                <a:cs typeface="Aptos"/>
              </a:defRPr>
            </a:lvl2pPr>
            <a:lvl3pPr algn="l">
              <a:defRPr sz="2175" b="0">
                <a:solidFill>
                  <a:srgbClr val="173C4B"/>
                </a:solidFill>
                <a:latin typeface="Aptos"/>
                <a:ea typeface="Aptos"/>
                <a:cs typeface="Aptos"/>
              </a:defRPr>
            </a:lvl3pPr>
            <a:lvl4pPr algn="l">
              <a:defRPr sz="2175" b="0">
                <a:solidFill>
                  <a:srgbClr val="173C4B"/>
                </a:solidFill>
                <a:latin typeface="Aptos"/>
                <a:ea typeface="Aptos"/>
                <a:cs typeface="Aptos"/>
              </a:defRPr>
            </a:lvl4pPr>
            <a:lvl5pPr algn="l">
              <a:defRPr sz="2175" b="0">
                <a:solidFill>
                  <a:srgbClr val="173C4B"/>
                </a:solidFill>
                <a:latin typeface="Aptos"/>
                <a:ea typeface="Aptos"/>
                <a:cs typeface="Aptos"/>
              </a:defRPr>
            </a:lvl5pPr>
            <a:lvl6pPr algn="l">
              <a:defRPr sz="2175" b="0">
                <a:solidFill>
                  <a:srgbClr val="173C4B"/>
                </a:solidFill>
                <a:latin typeface="Aptos"/>
                <a:ea typeface="Aptos"/>
                <a:cs typeface="Aptos"/>
              </a:defRPr>
            </a:lvl6pPr>
            <a:lvl7pPr algn="l">
              <a:defRPr sz="2175" b="0">
                <a:solidFill>
                  <a:srgbClr val="173C4B"/>
                </a:solidFill>
                <a:latin typeface="Aptos"/>
                <a:ea typeface="Aptos"/>
                <a:cs typeface="Aptos"/>
              </a:defRPr>
            </a:lvl7pPr>
            <a:lvl8pPr algn="l">
              <a:defRPr sz="2175" b="0">
                <a:solidFill>
                  <a:srgbClr val="173C4B"/>
                </a:solidFill>
                <a:latin typeface="Aptos"/>
                <a:ea typeface="Aptos"/>
                <a:cs typeface="Aptos"/>
              </a:defRPr>
            </a:lvl8pPr>
            <a:lvl9pPr algn="l">
              <a:defRPr sz="2175" b="0">
                <a:solidFill>
                  <a:srgbClr val="173C4B"/>
                </a:solidFill>
                <a:latin typeface="Aptos"/>
                <a:ea typeface="Aptos"/>
                <a:cs typeface="Aptos"/>
              </a:defRPr>
            </a:lvl9pPr>
          </a:lstStyle>
          <a:p xmlns:a="http://schemas.openxmlformats.org/drawingml/2006/main">
            <a:pPr algn="l">
              <a:defRPr sz="2175" b="0">
                <a:solidFill>
                  <a:srgbClr val="173C4B"/>
                </a:solidFill>
                <a:latin typeface="Aptos"/>
                <a:ea typeface="Aptos"/>
                <a:cs typeface="Aptos"/>
              </a:defRPr>
            </a:pPr>
            <a:r>
              <a:rPr sz="2175" b="0">
                <a:solidFill>
                  <a:srgbClr val="173C4B"/>
                </a:solidFill>
                <a:latin typeface="Aptos"/>
                <a:ea typeface="Aptos"/>
                <a:cs typeface="Aptos"/>
              </a:rPr>
              <a:t>Federated graph + temporal learners</a:t>
            </a:r>
          </a:p>
          <a:p xmlns:a="http://schemas.openxmlformats.org/drawingml/2006/main">
            <a:pPr algn="l">
              <a:defRPr sz="2175" b="0">
                <a:solidFill>
                  <a:srgbClr val="173C4B"/>
                </a:solidFill>
                <a:latin typeface="Aptos"/>
                <a:ea typeface="Aptos"/>
                <a:cs typeface="Aptos"/>
              </a:defRPr>
            </a:pPr>
            <a:r>
              <a:rPr sz="2175" b="0">
                <a:solidFill>
                  <a:srgbClr val="173C4B"/>
                </a:solidFill>
                <a:latin typeface="Aptos"/>
                <a:ea typeface="Aptos"/>
                <a:cs typeface="Aptos"/>
              </a:rPr>
              <a:t>Real source snapshot and saved models</a:t>
            </a:r>
          </a:p>
          <a:p xmlns:a="http://schemas.openxmlformats.org/drawingml/2006/main">
            <a:pPr algn="l">
              <a:defRPr sz="2175" b="0">
                <a:solidFill>
                  <a:srgbClr val="173C4B"/>
                </a:solidFill>
                <a:latin typeface="Aptos"/>
                <a:ea typeface="Aptos"/>
                <a:cs typeface="Aptos"/>
              </a:defRPr>
            </a:pPr>
            <a:r>
              <a:rPr sz="2175" b="0">
                <a:solidFill>
                  <a:srgbClr val="173C4B"/>
                </a:solidFill>
                <a:latin typeface="Aptos"/>
                <a:ea typeface="Aptos"/>
                <a:cs typeface="Aptos"/>
              </a:rPr>
              <a:t>Map, Simulation lab and export workflow</a:t>
            </a:r>
          </a:p>
        </p:txBody>
      </p:sp>
      <p:sp>
        <p:nvSpPr>
          <p:cNvPr id="7" name="">
            <a:extLst xmlns:a="http://schemas.openxmlformats.org/drawingml/2006/main">
              <a:ext uri="{FF2B5EF4-FFF2-40B4-BE49-F238E27FC236}">
                <a16:creationId xmlns:a16="http://schemas.microsoft.com/office/drawing/2014/main" id="{EFEEC7E3-F9EB-4809-9E8F-EF080871FBCE}"/>
              </a:ext>
            </a:extLst>
          </p:cNvPr>
          <p:cNvSpPr>
            <a:spLocks xmlns:a="http://schemas.openxmlformats.org/drawingml/2006/main" noGrp="1"/>
          </p:cNvSpPr>
          <p:nvPr/>
        </p:nvSpPr>
        <p:spPr>
          <a:xfrm xmlns:a="http://schemas.openxmlformats.org/drawingml/2006/main">
            <a:off x="6524625" y="2095500"/>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75" b="1">
                <a:solidFill>
                  <a:srgbClr val="27775D"/>
                </a:solidFill>
                <a:latin typeface="Aptos"/>
                <a:ea typeface="Aptos"/>
                <a:cs typeface="Aptos"/>
              </a:defRPr>
            </a:defPPr>
            <a:lvl1pPr algn="l">
              <a:defRPr sz="2475" b="1">
                <a:solidFill>
                  <a:srgbClr val="27775D"/>
                </a:solidFill>
                <a:latin typeface="Aptos"/>
                <a:ea typeface="Aptos"/>
                <a:cs typeface="Aptos"/>
              </a:defRPr>
            </a:lvl1pPr>
            <a:lvl2pPr algn="l">
              <a:defRPr sz="2475" b="1">
                <a:solidFill>
                  <a:srgbClr val="27775D"/>
                </a:solidFill>
                <a:latin typeface="Aptos"/>
                <a:ea typeface="Aptos"/>
                <a:cs typeface="Aptos"/>
              </a:defRPr>
            </a:lvl2pPr>
            <a:lvl3pPr algn="l">
              <a:defRPr sz="2475" b="1">
                <a:solidFill>
                  <a:srgbClr val="27775D"/>
                </a:solidFill>
                <a:latin typeface="Aptos"/>
                <a:ea typeface="Aptos"/>
                <a:cs typeface="Aptos"/>
              </a:defRPr>
            </a:lvl3pPr>
            <a:lvl4pPr algn="l">
              <a:defRPr sz="2475" b="1">
                <a:solidFill>
                  <a:srgbClr val="27775D"/>
                </a:solidFill>
                <a:latin typeface="Aptos"/>
                <a:ea typeface="Aptos"/>
                <a:cs typeface="Aptos"/>
              </a:defRPr>
            </a:lvl4pPr>
            <a:lvl5pPr algn="l">
              <a:defRPr sz="2475" b="1">
                <a:solidFill>
                  <a:srgbClr val="27775D"/>
                </a:solidFill>
                <a:latin typeface="Aptos"/>
                <a:ea typeface="Aptos"/>
                <a:cs typeface="Aptos"/>
              </a:defRPr>
            </a:lvl5pPr>
            <a:lvl6pPr algn="l">
              <a:defRPr sz="2475" b="1">
                <a:solidFill>
                  <a:srgbClr val="27775D"/>
                </a:solidFill>
                <a:latin typeface="Aptos"/>
                <a:ea typeface="Aptos"/>
                <a:cs typeface="Aptos"/>
              </a:defRPr>
            </a:lvl6pPr>
            <a:lvl7pPr algn="l">
              <a:defRPr sz="2475" b="1">
                <a:solidFill>
                  <a:srgbClr val="27775D"/>
                </a:solidFill>
                <a:latin typeface="Aptos"/>
                <a:ea typeface="Aptos"/>
                <a:cs typeface="Aptos"/>
              </a:defRPr>
            </a:lvl7pPr>
            <a:lvl8pPr algn="l">
              <a:defRPr sz="2475" b="1">
                <a:solidFill>
                  <a:srgbClr val="27775D"/>
                </a:solidFill>
                <a:latin typeface="Aptos"/>
                <a:ea typeface="Aptos"/>
                <a:cs typeface="Aptos"/>
              </a:defRPr>
            </a:lvl8pPr>
            <a:lvl9pPr algn="l">
              <a:defRPr sz="2475" b="1">
                <a:solidFill>
                  <a:srgbClr val="27775D"/>
                </a:solidFill>
                <a:latin typeface="Aptos"/>
                <a:ea typeface="Aptos"/>
                <a:cs typeface="Aptos"/>
              </a:defRPr>
            </a:lvl9pPr>
          </a:lstStyle>
          <a:p xmlns:a="http://schemas.openxmlformats.org/drawingml/2006/main">
            <a:pPr algn="l">
              <a:defRPr sz="2475" b="1">
                <a:solidFill>
                  <a:srgbClr val="27775D"/>
                </a:solidFill>
                <a:latin typeface="Aptos"/>
                <a:ea typeface="Aptos"/>
                <a:cs typeface="Aptos"/>
              </a:defRPr>
            </a:pPr>
            <a:r>
              <a:rPr sz="2475" b="1">
                <a:solidFill>
                  <a:srgbClr val="27775D"/>
                </a:solidFill>
                <a:latin typeface="Aptos"/>
                <a:ea typeface="Aptos"/>
                <a:cs typeface="Aptos"/>
              </a:rPr>
              <a:t>Evidence</a:t>
            </a:r>
          </a:p>
        </p:txBody>
      </p:sp>
      <p:sp>
        <p:nvSpPr>
          <p:cNvPr id="8" name="">
            <a:extLst xmlns:a="http://schemas.openxmlformats.org/drawingml/2006/main">
              <a:ext uri="{FF2B5EF4-FFF2-40B4-BE49-F238E27FC236}">
                <a16:creationId xmlns:a16="http://schemas.microsoft.com/office/drawing/2014/main" id="{CA8AE448-F03D-436A-B2F1-1FAF1CA79D6C}"/>
              </a:ext>
            </a:extLst>
          </p:cNvPr>
          <p:cNvSpPr>
            <a:spLocks xmlns:a="http://schemas.openxmlformats.org/drawingml/2006/main" noGrp="1"/>
          </p:cNvSpPr>
          <p:nvPr/>
        </p:nvSpPr>
        <p:spPr>
          <a:xfrm xmlns:a="http://schemas.openxmlformats.org/drawingml/2006/main">
            <a:off x="6553200" y="2762250"/>
            <a:ext cx="5000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73C4B"/>
                </a:solidFill>
                <a:latin typeface="Aptos"/>
                <a:ea typeface="Aptos"/>
                <a:cs typeface="Aptos"/>
              </a:defRPr>
            </a:defPPr>
            <a:lvl1pPr algn="l">
              <a:defRPr sz="2175" b="0">
                <a:solidFill>
                  <a:srgbClr val="173C4B"/>
                </a:solidFill>
                <a:latin typeface="Aptos"/>
                <a:ea typeface="Aptos"/>
                <a:cs typeface="Aptos"/>
              </a:defRPr>
            </a:lvl1pPr>
            <a:lvl2pPr algn="l">
              <a:defRPr sz="2175" b="0">
                <a:solidFill>
                  <a:srgbClr val="173C4B"/>
                </a:solidFill>
                <a:latin typeface="Aptos"/>
                <a:ea typeface="Aptos"/>
                <a:cs typeface="Aptos"/>
              </a:defRPr>
            </a:lvl2pPr>
            <a:lvl3pPr algn="l">
              <a:defRPr sz="2175" b="0">
                <a:solidFill>
                  <a:srgbClr val="173C4B"/>
                </a:solidFill>
                <a:latin typeface="Aptos"/>
                <a:ea typeface="Aptos"/>
                <a:cs typeface="Aptos"/>
              </a:defRPr>
            </a:lvl3pPr>
            <a:lvl4pPr algn="l">
              <a:defRPr sz="2175" b="0">
                <a:solidFill>
                  <a:srgbClr val="173C4B"/>
                </a:solidFill>
                <a:latin typeface="Aptos"/>
                <a:ea typeface="Aptos"/>
                <a:cs typeface="Aptos"/>
              </a:defRPr>
            </a:lvl4pPr>
            <a:lvl5pPr algn="l">
              <a:defRPr sz="2175" b="0">
                <a:solidFill>
                  <a:srgbClr val="173C4B"/>
                </a:solidFill>
                <a:latin typeface="Aptos"/>
                <a:ea typeface="Aptos"/>
                <a:cs typeface="Aptos"/>
              </a:defRPr>
            </a:lvl5pPr>
            <a:lvl6pPr algn="l">
              <a:defRPr sz="2175" b="0">
                <a:solidFill>
                  <a:srgbClr val="173C4B"/>
                </a:solidFill>
                <a:latin typeface="Aptos"/>
                <a:ea typeface="Aptos"/>
                <a:cs typeface="Aptos"/>
              </a:defRPr>
            </a:lvl6pPr>
            <a:lvl7pPr algn="l">
              <a:defRPr sz="2175" b="0">
                <a:solidFill>
                  <a:srgbClr val="173C4B"/>
                </a:solidFill>
                <a:latin typeface="Aptos"/>
                <a:ea typeface="Aptos"/>
                <a:cs typeface="Aptos"/>
              </a:defRPr>
            </a:lvl7pPr>
            <a:lvl8pPr algn="l">
              <a:defRPr sz="2175" b="0">
                <a:solidFill>
                  <a:srgbClr val="173C4B"/>
                </a:solidFill>
                <a:latin typeface="Aptos"/>
                <a:ea typeface="Aptos"/>
                <a:cs typeface="Aptos"/>
              </a:defRPr>
            </a:lvl8pPr>
            <a:lvl9pPr algn="l">
              <a:defRPr sz="2175" b="0">
                <a:solidFill>
                  <a:srgbClr val="173C4B"/>
                </a:solidFill>
                <a:latin typeface="Aptos"/>
                <a:ea typeface="Aptos"/>
                <a:cs typeface="Aptos"/>
              </a:defRPr>
            </a:lvl9pPr>
          </a:lstStyle>
          <a:p xmlns:a="http://schemas.openxmlformats.org/drawingml/2006/main">
            <a:pPr algn="l">
              <a:defRPr sz="2175" b="0">
                <a:solidFill>
                  <a:srgbClr val="173C4B"/>
                </a:solidFill>
                <a:latin typeface="Aptos"/>
                <a:ea typeface="Aptos"/>
                <a:cs typeface="Aptos"/>
              </a:defRPr>
            </a:pPr>
            <a:r>
              <a:rPr sz="2175" b="0">
                <a:solidFill>
                  <a:srgbClr val="173C4B"/>
                </a:solidFill>
                <a:latin typeface="Aptos"/>
                <a:ea typeface="Aptos"/>
                <a:cs typeface="Aptos"/>
              </a:rPr>
              <a:t>Five station folds × three seeds</a:t>
            </a:r>
          </a:p>
          <a:p xmlns:a="http://schemas.openxmlformats.org/drawingml/2006/main">
            <a:pPr algn="l">
              <a:defRPr sz="2175" b="0">
                <a:solidFill>
                  <a:srgbClr val="173C4B"/>
                </a:solidFill>
                <a:latin typeface="Aptos"/>
                <a:ea typeface="Aptos"/>
                <a:cs typeface="Aptos"/>
              </a:defRPr>
            </a:pPr>
            <a:r>
              <a:rPr sz="2175" b="0">
                <a:solidFill>
                  <a:srgbClr val="173C4B"/>
                </a:solidFill>
                <a:latin typeface="Aptos"/>
                <a:ea typeface="Aptos"/>
                <a:cs typeface="Aptos"/>
              </a:rPr>
              <a:t>25-paper comparison · 17 test checks</a:t>
            </a:r>
          </a:p>
          <a:p xmlns:a="http://schemas.openxmlformats.org/drawingml/2006/main">
            <a:pPr algn="l">
              <a:defRPr sz="2175" b="0">
                <a:solidFill>
                  <a:srgbClr val="173C4B"/>
                </a:solidFill>
                <a:latin typeface="Aptos"/>
                <a:ea typeface="Aptos"/>
                <a:cs typeface="Aptos"/>
              </a:defRPr>
            </a:pPr>
            <a:r>
              <a:rPr sz="2175" b="0">
                <a:solidFill>
                  <a:srgbClr val="173C4B"/>
                </a:solidFill>
                <a:latin typeface="Aptos"/>
                <a:ea typeface="Aptos"/>
                <a:cs typeface="Aptos"/>
              </a:rPr>
              <a:t>Version-controlled code and final report</a:t>
            </a:r>
          </a:p>
        </p:txBody>
      </p:sp>
      <p:sp>
        <p:nvSpPr>
          <p:cNvPr id="9" name="">
            <a:extLst xmlns:a="http://schemas.openxmlformats.org/drawingml/2006/main">
              <a:ext uri="{FF2B5EF4-FFF2-40B4-BE49-F238E27FC236}">
                <a16:creationId xmlns:a16="http://schemas.microsoft.com/office/drawing/2014/main" id="{DA11E7FB-ED34-4887-89EB-E96EEC2DE52D}"/>
              </a:ext>
            </a:extLst>
          </p:cNvPr>
          <p:cNvSpPr>
            <a:spLocks xmlns:a="http://schemas.openxmlformats.org/drawingml/2006/main" noGrp="1"/>
          </p:cNvSpPr>
          <p:nvPr/>
        </p:nvSpPr>
        <p:spPr>
          <a:xfrm xmlns:a="http://schemas.openxmlformats.org/drawingml/2006/main">
            <a:off x="638175" y="44291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73C4B"/>
                </a:solidFill>
                <a:latin typeface="Aptos"/>
                <a:ea typeface="Aptos"/>
                <a:cs typeface="Aptos"/>
              </a:defRPr>
            </a:defPPr>
            <a:lvl1pPr algn="l">
              <a:defRPr sz="2175" b="1">
                <a:solidFill>
                  <a:srgbClr val="173C4B"/>
                </a:solidFill>
                <a:latin typeface="Aptos"/>
                <a:ea typeface="Aptos"/>
                <a:cs typeface="Aptos"/>
              </a:defRPr>
            </a:lvl1pPr>
            <a:lvl2pPr algn="l">
              <a:defRPr sz="2175" b="1">
                <a:solidFill>
                  <a:srgbClr val="173C4B"/>
                </a:solidFill>
                <a:latin typeface="Aptos"/>
                <a:ea typeface="Aptos"/>
                <a:cs typeface="Aptos"/>
              </a:defRPr>
            </a:lvl2pPr>
            <a:lvl3pPr algn="l">
              <a:defRPr sz="2175" b="1">
                <a:solidFill>
                  <a:srgbClr val="173C4B"/>
                </a:solidFill>
                <a:latin typeface="Aptos"/>
                <a:ea typeface="Aptos"/>
                <a:cs typeface="Aptos"/>
              </a:defRPr>
            </a:lvl3pPr>
            <a:lvl4pPr algn="l">
              <a:defRPr sz="2175" b="1">
                <a:solidFill>
                  <a:srgbClr val="173C4B"/>
                </a:solidFill>
                <a:latin typeface="Aptos"/>
                <a:ea typeface="Aptos"/>
                <a:cs typeface="Aptos"/>
              </a:defRPr>
            </a:lvl4pPr>
            <a:lvl5pPr algn="l">
              <a:defRPr sz="2175" b="1">
                <a:solidFill>
                  <a:srgbClr val="173C4B"/>
                </a:solidFill>
                <a:latin typeface="Aptos"/>
                <a:ea typeface="Aptos"/>
                <a:cs typeface="Aptos"/>
              </a:defRPr>
            </a:lvl5pPr>
            <a:lvl6pPr algn="l">
              <a:defRPr sz="2175" b="1">
                <a:solidFill>
                  <a:srgbClr val="173C4B"/>
                </a:solidFill>
                <a:latin typeface="Aptos"/>
                <a:ea typeface="Aptos"/>
                <a:cs typeface="Aptos"/>
              </a:defRPr>
            </a:lvl6pPr>
            <a:lvl7pPr algn="l">
              <a:defRPr sz="2175" b="1">
                <a:solidFill>
                  <a:srgbClr val="173C4B"/>
                </a:solidFill>
                <a:latin typeface="Aptos"/>
                <a:ea typeface="Aptos"/>
                <a:cs typeface="Aptos"/>
              </a:defRPr>
            </a:lvl7pPr>
            <a:lvl8pPr algn="l">
              <a:defRPr sz="2175" b="1">
                <a:solidFill>
                  <a:srgbClr val="173C4B"/>
                </a:solidFill>
                <a:latin typeface="Aptos"/>
                <a:ea typeface="Aptos"/>
                <a:cs typeface="Aptos"/>
              </a:defRPr>
            </a:lvl8pPr>
            <a:lvl9pPr algn="l">
              <a:defRPr sz="2175" b="1">
                <a:solidFill>
                  <a:srgbClr val="173C4B"/>
                </a:solidFill>
                <a:latin typeface="Aptos"/>
                <a:ea typeface="Aptos"/>
                <a:cs typeface="Aptos"/>
              </a:defRPr>
            </a:lvl9pPr>
          </a:lstStyle>
          <a:p xmlns:a="http://schemas.openxmlformats.org/drawingml/2006/main">
            <a:pPr algn="l">
              <a:defRPr sz="2175" b="1">
                <a:solidFill>
                  <a:srgbClr val="173C4B"/>
                </a:solidFill>
                <a:latin typeface="Aptos"/>
                <a:ea typeface="Aptos"/>
                <a:cs typeface="Aptos"/>
              </a:defRPr>
            </a:pPr>
            <a:r>
              <a:rPr sz="2175" b="1">
                <a:solidFill>
                  <a:srgbClr val="173C4B"/>
                </a:solidFill>
                <a:latin typeface="Aptos"/>
                <a:ea typeface="Aptos"/>
                <a:cs typeface="Aptos"/>
              </a:rPr>
              <a:t>Next validation</a:t>
            </a:r>
          </a:p>
        </p:txBody>
      </p:sp>
      <p:sp>
        <p:nvSpPr>
          <p:cNvPr id="10" name="">
            <a:extLst xmlns:a="http://schemas.openxmlformats.org/drawingml/2006/main">
              <a:ext uri="{FF2B5EF4-FFF2-40B4-BE49-F238E27FC236}">
                <a16:creationId xmlns:a16="http://schemas.microsoft.com/office/drawing/2014/main" id="{DDF1CFCD-EFBB-4638-A3FD-5036F639E3C2}"/>
              </a:ext>
            </a:extLst>
          </p:cNvPr>
          <p:cNvSpPr>
            <a:spLocks xmlns:a="http://schemas.openxmlformats.org/drawingml/2006/main" noGrp="1"/>
          </p:cNvSpPr>
          <p:nvPr/>
        </p:nvSpPr>
        <p:spPr>
          <a:xfrm xmlns:a="http://schemas.openxmlformats.org/drawingml/2006/main">
            <a:off x="666750" y="49815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5A6F76"/>
                </a:solidFill>
                <a:latin typeface="Aptos"/>
                <a:ea typeface="Aptos"/>
                <a:cs typeface="Aptos"/>
              </a:defRPr>
            </a:defPPr>
            <a:lvl1pPr algn="l">
              <a:defRPr sz="2025" b="0">
                <a:solidFill>
                  <a:srgbClr val="5A6F76"/>
                </a:solidFill>
                <a:latin typeface="Aptos"/>
                <a:ea typeface="Aptos"/>
                <a:cs typeface="Aptos"/>
              </a:defRPr>
            </a:lvl1pPr>
            <a:lvl2pPr algn="l">
              <a:defRPr sz="2025" b="0">
                <a:solidFill>
                  <a:srgbClr val="5A6F76"/>
                </a:solidFill>
                <a:latin typeface="Aptos"/>
                <a:ea typeface="Aptos"/>
                <a:cs typeface="Aptos"/>
              </a:defRPr>
            </a:lvl2pPr>
            <a:lvl3pPr algn="l">
              <a:defRPr sz="2025" b="0">
                <a:solidFill>
                  <a:srgbClr val="5A6F76"/>
                </a:solidFill>
                <a:latin typeface="Aptos"/>
                <a:ea typeface="Aptos"/>
                <a:cs typeface="Aptos"/>
              </a:defRPr>
            </a:lvl3pPr>
            <a:lvl4pPr algn="l">
              <a:defRPr sz="2025" b="0">
                <a:solidFill>
                  <a:srgbClr val="5A6F76"/>
                </a:solidFill>
                <a:latin typeface="Aptos"/>
                <a:ea typeface="Aptos"/>
                <a:cs typeface="Aptos"/>
              </a:defRPr>
            </a:lvl4pPr>
            <a:lvl5pPr algn="l">
              <a:defRPr sz="2025" b="0">
                <a:solidFill>
                  <a:srgbClr val="5A6F76"/>
                </a:solidFill>
                <a:latin typeface="Aptos"/>
                <a:ea typeface="Aptos"/>
                <a:cs typeface="Aptos"/>
              </a:defRPr>
            </a:lvl5pPr>
            <a:lvl6pPr algn="l">
              <a:defRPr sz="2025" b="0">
                <a:solidFill>
                  <a:srgbClr val="5A6F76"/>
                </a:solidFill>
                <a:latin typeface="Aptos"/>
                <a:ea typeface="Aptos"/>
                <a:cs typeface="Aptos"/>
              </a:defRPr>
            </a:lvl6pPr>
            <a:lvl7pPr algn="l">
              <a:defRPr sz="2025" b="0">
                <a:solidFill>
                  <a:srgbClr val="5A6F76"/>
                </a:solidFill>
                <a:latin typeface="Aptos"/>
                <a:ea typeface="Aptos"/>
                <a:cs typeface="Aptos"/>
              </a:defRPr>
            </a:lvl7pPr>
            <a:lvl8pPr algn="l">
              <a:defRPr sz="2025" b="0">
                <a:solidFill>
                  <a:srgbClr val="5A6F76"/>
                </a:solidFill>
                <a:latin typeface="Aptos"/>
                <a:ea typeface="Aptos"/>
                <a:cs typeface="Aptos"/>
              </a:defRPr>
            </a:lvl8pPr>
            <a:lvl9pPr algn="l">
              <a:defRPr sz="2025" b="0">
                <a:solidFill>
                  <a:srgbClr val="5A6F76"/>
                </a:solidFill>
                <a:latin typeface="Aptos"/>
                <a:ea typeface="Aptos"/>
                <a:cs typeface="Aptos"/>
              </a:defRPr>
            </a:lvl9pPr>
          </a:lstStyle>
          <a:p xmlns:a="http://schemas.openxmlformats.org/drawingml/2006/main">
            <a:pPr algn="l">
              <a:defRPr sz="2025" b="0">
                <a:solidFill>
                  <a:srgbClr val="5A6F76"/>
                </a:solidFill>
                <a:latin typeface="Aptos"/>
                <a:ea typeface="Aptos"/>
                <a:cs typeface="Aptos"/>
              </a:defRPr>
            </a:pPr>
            <a:r>
              <a:rPr sz="2025" b="0">
                <a:solidFill>
                  <a:srgbClr val="5A6F76"/>
                </a:solidFill>
                <a:latin typeface="Aptos"/>
                <a:ea typeface="Aptos"/>
                <a:cs typeface="Aptos"/>
              </a:rPr>
              <a:t>Paired low-cost hardware · seasonal calibration transfer · stronger privacy protocols</a:t>
            </a:r>
          </a:p>
        </p:txBody>
      </p:sp>
      <p:sp>
        <p:nvSpPr>
          <p:cNvPr id="11" name="">
            <a:extLst xmlns:a="http://schemas.openxmlformats.org/drawingml/2006/main">
              <a:ext uri="{FF2B5EF4-FFF2-40B4-BE49-F238E27FC236}">
                <a16:creationId xmlns:a16="http://schemas.microsoft.com/office/drawing/2014/main" id="{587591C8-8397-428C-AE10-E181E0FE7955}"/>
              </a:ext>
            </a:extLst>
          </p:cNvPr>
          <p:cNvSpPr>
            <a:spLocks xmlns:a="http://schemas.openxmlformats.org/drawingml/2006/main" noGrp="1"/>
          </p:cNvSpPr>
          <p:nvPr/>
        </p:nvSpPr>
        <p:spPr>
          <a:xfrm xmlns:a="http://schemas.openxmlformats.org/drawingml/2006/main">
            <a:off x="657225" y="57531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7775D"/>
                </a:solidFill>
                <a:latin typeface="Aptos"/>
                <a:ea typeface="Aptos"/>
                <a:cs typeface="Aptos"/>
              </a:defRPr>
            </a:defPPr>
            <a:lvl1pPr algn="l">
              <a:defRPr sz="2025" b="1">
                <a:solidFill>
                  <a:srgbClr val="27775D"/>
                </a:solidFill>
                <a:latin typeface="Aptos"/>
                <a:ea typeface="Aptos"/>
                <a:cs typeface="Aptos"/>
              </a:defRPr>
            </a:lvl1pPr>
            <a:lvl2pPr algn="l">
              <a:defRPr sz="2025" b="1">
                <a:solidFill>
                  <a:srgbClr val="27775D"/>
                </a:solidFill>
                <a:latin typeface="Aptos"/>
                <a:ea typeface="Aptos"/>
                <a:cs typeface="Aptos"/>
              </a:defRPr>
            </a:lvl2pPr>
            <a:lvl3pPr algn="l">
              <a:defRPr sz="2025" b="1">
                <a:solidFill>
                  <a:srgbClr val="27775D"/>
                </a:solidFill>
                <a:latin typeface="Aptos"/>
                <a:ea typeface="Aptos"/>
                <a:cs typeface="Aptos"/>
              </a:defRPr>
            </a:lvl3pPr>
            <a:lvl4pPr algn="l">
              <a:defRPr sz="2025" b="1">
                <a:solidFill>
                  <a:srgbClr val="27775D"/>
                </a:solidFill>
                <a:latin typeface="Aptos"/>
                <a:ea typeface="Aptos"/>
                <a:cs typeface="Aptos"/>
              </a:defRPr>
            </a:lvl4pPr>
            <a:lvl5pPr algn="l">
              <a:defRPr sz="2025" b="1">
                <a:solidFill>
                  <a:srgbClr val="27775D"/>
                </a:solidFill>
                <a:latin typeface="Aptos"/>
                <a:ea typeface="Aptos"/>
                <a:cs typeface="Aptos"/>
              </a:defRPr>
            </a:lvl5pPr>
            <a:lvl6pPr algn="l">
              <a:defRPr sz="2025" b="1">
                <a:solidFill>
                  <a:srgbClr val="27775D"/>
                </a:solidFill>
                <a:latin typeface="Aptos"/>
                <a:ea typeface="Aptos"/>
                <a:cs typeface="Aptos"/>
              </a:defRPr>
            </a:lvl6pPr>
            <a:lvl7pPr algn="l">
              <a:defRPr sz="2025" b="1">
                <a:solidFill>
                  <a:srgbClr val="27775D"/>
                </a:solidFill>
                <a:latin typeface="Aptos"/>
                <a:ea typeface="Aptos"/>
                <a:cs typeface="Aptos"/>
              </a:defRPr>
            </a:lvl7pPr>
            <a:lvl8pPr algn="l">
              <a:defRPr sz="2025" b="1">
                <a:solidFill>
                  <a:srgbClr val="27775D"/>
                </a:solidFill>
                <a:latin typeface="Aptos"/>
                <a:ea typeface="Aptos"/>
                <a:cs typeface="Aptos"/>
              </a:defRPr>
            </a:lvl8pPr>
            <a:lvl9pPr algn="l">
              <a:defRPr sz="2025" b="1">
                <a:solidFill>
                  <a:srgbClr val="27775D"/>
                </a:solidFill>
                <a:latin typeface="Aptos"/>
                <a:ea typeface="Aptos"/>
                <a:cs typeface="Aptos"/>
              </a:defRPr>
            </a:lvl9pPr>
          </a:lstStyle>
          <a:p xmlns:a="http://schemas.openxmlformats.org/drawingml/2006/main">
            <a:pPr algn="l">
              <a:defRPr sz="2025" b="1">
                <a:solidFill>
                  <a:srgbClr val="27775D"/>
                </a:solidFill>
                <a:latin typeface="Aptos"/>
                <a:ea typeface="Aptos"/>
                <a:cs typeface="Aptos"/>
              </a:defRPr>
            </a:pPr>
            <a:r>
              <a:rPr sz="2025" b="1">
                <a:solidFill>
                  <a:srgbClr val="27775D"/>
                </a:solidFill>
                <a:latin typeface="Aptos"/>
                <a:ea typeface="Aptos"/>
                <a:cs typeface="Aptos"/>
              </a:rPr>
              <a:t>Live demo: Pollution map → Experiments → Simulation lab</a:t>
            </a:r>
          </a:p>
        </p:txBody>
      </p:sp>
      <p:sp>
        <p:nvSpPr>
          <p:cNvPr id="12" name="">
            <a:extLst xmlns:a="http://schemas.openxmlformats.org/drawingml/2006/main">
              <a:ext uri="{FF2B5EF4-FFF2-40B4-BE49-F238E27FC236}">
                <a16:creationId xmlns:a16="http://schemas.microsoft.com/office/drawing/2014/main" id="{D6B76658-80F1-4F2A-A330-8D44FB60DBC5}"/>
              </a:ext>
            </a:extLst>
          </p:cNvPr>
          <p:cNvSpPr>
            <a:spLocks xmlns:a="http://schemas.openxmlformats.org/drawingml/2006/main" noGrp="1"/>
          </p:cNvSpPr>
          <p:nvPr/>
        </p:nvSpPr>
        <p:spPr>
          <a:xfrm xmlns:a="http://schemas.openxmlformats.org/drawingml/2006/main">
            <a:off x="6667500" y="64198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75" b="0">
                <a:solidFill>
                  <a:srgbClr val="5A6F76"/>
                </a:solidFill>
                <a:latin typeface="Aptos"/>
                <a:ea typeface="Aptos"/>
                <a:cs typeface="Aptos"/>
              </a:defRPr>
            </a:defPPr>
            <a:lvl1pPr algn="r">
              <a:defRPr sz="1275" b="0">
                <a:solidFill>
                  <a:srgbClr val="5A6F76"/>
                </a:solidFill>
                <a:latin typeface="Aptos"/>
                <a:ea typeface="Aptos"/>
                <a:cs typeface="Aptos"/>
              </a:defRPr>
            </a:lvl1pPr>
            <a:lvl2pPr algn="r">
              <a:defRPr sz="1275" b="0">
                <a:solidFill>
                  <a:srgbClr val="5A6F76"/>
                </a:solidFill>
                <a:latin typeface="Aptos"/>
                <a:ea typeface="Aptos"/>
                <a:cs typeface="Aptos"/>
              </a:defRPr>
            </a:lvl2pPr>
            <a:lvl3pPr algn="r">
              <a:defRPr sz="1275" b="0">
                <a:solidFill>
                  <a:srgbClr val="5A6F76"/>
                </a:solidFill>
                <a:latin typeface="Aptos"/>
                <a:ea typeface="Aptos"/>
                <a:cs typeface="Aptos"/>
              </a:defRPr>
            </a:lvl3pPr>
            <a:lvl4pPr algn="r">
              <a:defRPr sz="1275" b="0">
                <a:solidFill>
                  <a:srgbClr val="5A6F76"/>
                </a:solidFill>
                <a:latin typeface="Aptos"/>
                <a:ea typeface="Aptos"/>
                <a:cs typeface="Aptos"/>
              </a:defRPr>
            </a:lvl4pPr>
            <a:lvl5pPr algn="r">
              <a:defRPr sz="1275" b="0">
                <a:solidFill>
                  <a:srgbClr val="5A6F76"/>
                </a:solidFill>
                <a:latin typeface="Aptos"/>
                <a:ea typeface="Aptos"/>
                <a:cs typeface="Aptos"/>
              </a:defRPr>
            </a:lvl5pPr>
            <a:lvl6pPr algn="r">
              <a:defRPr sz="1275" b="0">
                <a:solidFill>
                  <a:srgbClr val="5A6F76"/>
                </a:solidFill>
                <a:latin typeface="Aptos"/>
                <a:ea typeface="Aptos"/>
                <a:cs typeface="Aptos"/>
              </a:defRPr>
            </a:lvl6pPr>
            <a:lvl7pPr algn="r">
              <a:defRPr sz="1275" b="0">
                <a:solidFill>
                  <a:srgbClr val="5A6F76"/>
                </a:solidFill>
                <a:latin typeface="Aptos"/>
                <a:ea typeface="Aptos"/>
                <a:cs typeface="Aptos"/>
              </a:defRPr>
            </a:lvl7pPr>
            <a:lvl8pPr algn="r">
              <a:defRPr sz="1275" b="0">
                <a:solidFill>
                  <a:srgbClr val="5A6F76"/>
                </a:solidFill>
                <a:latin typeface="Aptos"/>
                <a:ea typeface="Aptos"/>
                <a:cs typeface="Aptos"/>
              </a:defRPr>
            </a:lvl8pPr>
            <a:lvl9pPr algn="r">
              <a:defRPr sz="1275" b="0">
                <a:solidFill>
                  <a:srgbClr val="5A6F76"/>
                </a:solidFill>
                <a:latin typeface="Aptos"/>
                <a:ea typeface="Aptos"/>
                <a:cs typeface="Aptos"/>
              </a:defRPr>
            </a:lvl9pPr>
          </a:lstStyle>
          <a:p xmlns:a="http://schemas.openxmlformats.org/drawingml/2006/main">
            <a:pPr algn="r">
              <a:defRPr sz="1275" b="0">
                <a:solidFill>
                  <a:srgbClr val="5A6F76"/>
                </a:solidFill>
                <a:latin typeface="Aptos"/>
                <a:ea typeface="Aptos"/>
                <a:cs typeface="Aptos"/>
              </a:defRPr>
            </a:pPr>
            <a:r>
              <a:rPr sz="1275" b="0">
                <a:solidFill>
                  <a:srgbClr val="5A6F76"/>
                </a:solidFill>
                <a:latin typeface="Aptos"/>
                <a:ea typeface="Aptos"/>
                <a:cs typeface="Aptos"/>
              </a:rPr>
              <a:t>github.com/rizzit17/airtrust</a:t>
            </a:r>
          </a:p>
        </p:txBody>
      </p:sp>
    </p:spTree>
    <p:extLst>
      <p:ext uri="{BB962C8B-B14F-4D97-AF65-F5344CB8AC3E}">
        <p14:creationId xmlns:p14="http://schemas.microsoft.com/office/powerpoint/2010/main" val="1673669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2026-10-29T08:32:19.9240000Z</dcterms:created>
  <dcterms:modified xsi:type="dcterms:W3CDTF">2026-10-29T08:32:19.9240000Z</dcterms:modified>
</coreProperties>
</file>